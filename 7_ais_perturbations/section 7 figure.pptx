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91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F4539-AA7D-43D3-953F-3BA56FD1D7A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C902D4-04B2-47C3-9F08-C1F075B19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15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324E4-A8B3-405F-8C0B-9369532206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778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F22DC-CD6C-702C-DF6D-E4B4668A8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87482-7A69-C90A-8088-E6E2C5AD1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62B7E-967A-FEB5-3888-FFA20B0B8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343CC-55CA-42E9-BBF1-D5C34405F33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21304-B2E9-E620-DB04-4D6DDADE4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EC040-AC9F-66C9-8372-67BBB7CF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01778-DB4C-4B17-84CE-7D4C275A7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1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1DC3-194E-9B84-1202-850F43AA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3DC7-7936-9ED0-01E7-34DE001CA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702F3-593E-F1C0-284D-DA1D3631A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343CC-55CA-42E9-BBF1-D5C34405F33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E1352-40B5-0CBE-8873-B34137DD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FDA23-9273-D445-28AD-0D6B7AA8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01778-DB4C-4B17-84CE-7D4C275A7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43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547B-E4AC-017B-968F-B01FC2A9C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E954B-8830-F147-86D2-EDCEFD976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2E267-2C3E-3858-25A5-87CCDE5D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343CC-55CA-42E9-BBF1-D5C34405F33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5FC49-BBE6-DCB3-1435-1FCE846F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13DDF-7E73-D6BC-D6AC-022D179D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01778-DB4C-4B17-84CE-7D4C275A7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6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1D045-7772-966C-76DC-2449E2C5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D26D5-3EAD-4E4E-7024-3599A99A0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B6F45-ADF8-4CE5-3750-9261351AE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F80BF-4128-7ABA-83CA-B35FBC10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343CC-55CA-42E9-BBF1-D5C34405F33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B4A89-7313-8FFD-7983-A11209B90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9E176-AA44-07ED-0D75-80F87F0C3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01778-DB4C-4B17-84CE-7D4C275A7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6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D6918-CBEC-D9A5-BF6E-CEF8A7C65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394AA-6FAF-C911-BDCA-1EEEB5406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C81A5-9FE2-DBC8-45DB-46AD7E5C1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ECA288-3A4D-0346-6897-6BD8D4DB6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3BF22-4C33-5633-BF28-B3105D161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7E8A26-9C53-F579-AE69-D3B225096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343CC-55CA-42E9-BBF1-D5C34405F33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2A0572-2111-5C52-177E-05CBBABE9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19C796-BCE1-AA94-BCC3-4F112B9F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01778-DB4C-4B17-84CE-7D4C275A7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76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9E0D-79C8-C583-034E-C5D9E470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6ACF55-F398-7E99-874D-288502E2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343CC-55CA-42E9-BBF1-D5C34405F33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E7904-9936-3DB2-2E32-2EA318BEE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3330E-35C5-7A20-12B5-94B543296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01778-DB4C-4B17-84CE-7D4C275A7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0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A669FC-6DCF-70AC-EBE6-1E46F678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343CC-55CA-42E9-BBF1-D5C34405F33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0C6B8F-ABF1-21AD-1972-91B5A155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43F06-4435-42FF-1D10-C1AD6B5F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01778-DB4C-4B17-84CE-7D4C275A7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71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E3DE-86ED-06F4-DC73-193B88155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D8E1A-6F51-6998-4B6C-60C010EEC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221EA-71F7-F522-A076-4B8BFAD09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D0CE-F2F0-6B2F-05CA-54F5FD28C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343CC-55CA-42E9-BBF1-D5C34405F33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DB55F-21C8-96A4-57D9-31583053D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F5738-BFBE-89E7-2116-F5A4298C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01778-DB4C-4B17-84CE-7D4C275A7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78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7059C-705B-92F8-107F-F1CD35C1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2D423-2EA4-9E5E-7606-4EF11F5D6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F05E8-93A6-90B8-D0CC-F95665F12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6BD46-5EB4-42E0-76C9-77E8AC33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343CC-55CA-42E9-BBF1-D5C34405F33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84718-DF58-891F-B9A7-B5133DCCC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6EA40-A999-D86D-3383-D3FA127B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01778-DB4C-4B17-84CE-7D4C275A7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5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C20E-E470-156E-9049-81D75C24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707AC-5AEE-3766-74CA-4B5D6C304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8F000-7276-F1A4-9413-99ABD033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343CC-55CA-42E9-BBF1-D5C34405F33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72D2C-FED4-AD06-741F-F5E23411C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25193-2286-2769-F31B-1C01CB59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01778-DB4C-4B17-84CE-7D4C275A7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52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FAFDBB-5F51-9B40-1E54-EB1E9DD45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5DE4A-416E-AC0D-A447-3C5003C0E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4A281-2066-77BA-1B66-05031992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343CC-55CA-42E9-BBF1-D5C34405F33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8173C-3A36-BD7C-DC92-42460E449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BAB87-D71F-FBD1-7766-28373DD0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01778-DB4C-4B17-84CE-7D4C275A7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67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7BA2-13D0-7C00-C521-E55A9A023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1F718-6C21-7C7A-6B11-AABA00DD3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37F23-C88A-9E9C-D1E4-9DBC20E5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CB72E-64D9-8DB1-A744-071A6D3F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7966A-D8BA-F106-D21A-73355DE7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45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4FDE-59F5-334D-7E24-BC9D8E0A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8EDDC-3915-9F12-52A1-0B5C0A8BD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FF5EC-9E95-E192-B7C5-ED0FBFCF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247AF-30A7-7CCA-B998-E3782EFA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910CA-E592-5519-184E-BE133C5F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33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C82BA-94C7-D33B-38B7-235DCCE6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89DAA-CA6D-DA34-8CA9-563EA0DB6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71FF2-BCDE-727D-8BF2-620B9228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F3B83-3100-A509-1B77-29795DEE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4314D-BE73-BB64-CA60-CB52FCF5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896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9B5C-C7B7-3963-58A9-0297EE214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58FCD-DD3A-959A-BF62-BDD6E54F1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926FA-B8D9-D6A7-A217-41BF54E6C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14DCD-C959-5A2A-3126-A6C922381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B8CD4-36CC-0564-05BA-9C6F568E2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6FE77-A13C-F8AB-CB23-2AE70B97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726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2CCD-9686-8EE3-2D0A-607CF2423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E127D-2117-6DD7-5537-2E4E2BC2C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DD7C3-F9B2-C48B-6D6E-2605BAD8E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515E80-975E-EEEA-41C3-A774A1E06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EE930-640A-D807-7E51-0DE35B498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99FDA-3E0E-91AC-4287-71480A9E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423094-548D-1A9D-E04E-3AF610CD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2F37C-E0D3-C803-FEE8-AE7C623B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13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E3F0-C0A3-84FD-FAAF-B0CCB16CB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2A378-7DE8-84D5-77EB-4ABE568B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86A357-5E53-4698-A884-D16661B38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3C656-688B-E24F-50AB-1EBEA828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57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765153-884A-6164-7E64-6E168CFB2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E55C5-2B16-829F-6CDD-97296127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15B0D-E4A8-8FA3-3EA8-8F4E4EB6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27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37D0-4202-ED67-8D6A-FC0C36A2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6CD45-2F66-6CC0-D6C2-555E1C2DF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880C7-31C4-FC20-67D6-C2F56D339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94244-61D0-3A55-AC2D-370514276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71A9C-37A9-E871-50DE-12461B32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F347D-230B-71BF-1ACB-A8DB20111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72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4AC4-631E-9D14-2973-5B5046AC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B4EFA-A210-B02A-70F9-FE0867788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8073C-E2F5-CD51-5F78-2E0D997FB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17881-E493-9A2C-0FEB-44BD71175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D64D0-F352-5E97-F584-6CB7E09A9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25318-9E13-6A91-4306-B9C5E9DF9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695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936F8-4340-7731-8A19-CFF7FB05D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1F3F0-17D0-CD46-2AE9-4EC22E43C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7A7F8-31C5-1CBD-9C7D-12AC651F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581B6-81BC-3C96-762F-E8181300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DDBD6-7423-8A1C-CE6C-E4A00964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389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94B8B0-10AE-C851-EB7E-1560CD526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AAA10-739F-D186-5962-3B68F4AA2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43391-0DB7-7AE1-ECBF-FEE6824F5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FE7ED-AAD7-C2DC-2DE7-8F846DFB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6D102-8F1F-B955-9E32-7082F9D4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3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79748F-263C-2B4C-FA92-AA096B7E9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1FBFC-CEF6-7771-7D48-BE74D3D58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D8322-A6F9-213C-2F71-41B68FB76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343CC-55CA-42E9-BBF1-D5C34405F333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EE140-4AE9-8443-F6D8-A9021974C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2EC9-02C3-19E5-CD84-74FB5E225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201778-DB4C-4B17-84CE-7D4C275A7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4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58BC8-2AD6-2710-3B59-E0EE013C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BB1B5-7028-DDAC-71A6-84039CD5B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09D21-F2E8-ABCB-7D99-40BD8333C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BA472-BC8B-4FC8-B863-5D70FF499BB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9585F-7F17-ADE3-782E-165EE6DB1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5901F-24FC-A73B-A8A1-3851CC311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9777E-9CC5-4FBA-AA1E-7E847AF87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6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EDE78-8712-894F-8913-902AC3929F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7: AIS RAD KGML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66276-047D-9D15-CA7B-136752285E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4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7CE902C-E4AD-0304-56DA-76C133A52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51" y="187102"/>
            <a:ext cx="11215394" cy="4942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41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45AFF8E-32DA-E59D-172C-C0EF7331A6ED}"/>
              </a:ext>
            </a:extLst>
          </p:cNvPr>
          <p:cNvSpPr/>
          <p:nvPr/>
        </p:nvSpPr>
        <p:spPr>
          <a:xfrm>
            <a:off x="2410159" y="1239382"/>
            <a:ext cx="7159060" cy="3915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41D4AE-291C-8D87-D3F3-71CC56D89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88" y="2139347"/>
            <a:ext cx="6572232" cy="2881487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E0E741A7-8E2A-87BC-7D8A-26A5D6EDBC91}"/>
              </a:ext>
            </a:extLst>
          </p:cNvPr>
          <p:cNvSpPr/>
          <p:nvPr/>
        </p:nvSpPr>
        <p:spPr>
          <a:xfrm flipH="1">
            <a:off x="2932182" y="2251601"/>
            <a:ext cx="183880" cy="822960"/>
          </a:xfrm>
          <a:prstGeom prst="rightBrace">
            <a:avLst>
              <a:gd name="adj1" fmla="val 30305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818BCDE4-40EC-7C61-6588-2C1E297314F4}"/>
              </a:ext>
            </a:extLst>
          </p:cNvPr>
          <p:cNvSpPr/>
          <p:nvPr/>
        </p:nvSpPr>
        <p:spPr>
          <a:xfrm flipH="1">
            <a:off x="2932182" y="3193386"/>
            <a:ext cx="183880" cy="822960"/>
          </a:xfrm>
          <a:prstGeom prst="rightBrace">
            <a:avLst>
              <a:gd name="adj1" fmla="val 30305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Graphic 10" descr="Snowflake with solid fill">
            <a:extLst>
              <a:ext uri="{FF2B5EF4-FFF2-40B4-BE49-F238E27FC236}">
                <a16:creationId xmlns:a16="http://schemas.microsoft.com/office/drawing/2014/main" id="{636EA7E0-E8E7-7FE2-5131-82F083427B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2930" y="1863190"/>
            <a:ext cx="517526" cy="5175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E74ADA-D622-0D87-7827-C337B892B2AE}"/>
              </a:ext>
            </a:extLst>
          </p:cNvPr>
          <p:cNvSpPr txBox="1"/>
          <p:nvPr/>
        </p:nvSpPr>
        <p:spPr>
          <a:xfrm rot="16200000">
            <a:off x="2236961" y="2492739"/>
            <a:ext cx="997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Trout Lk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F9F49C-8638-E7F8-88CD-DBDC8C8907F5}"/>
              </a:ext>
            </a:extLst>
          </p:cNvPr>
          <p:cNvSpPr txBox="1"/>
          <p:nvPr/>
        </p:nvSpPr>
        <p:spPr>
          <a:xfrm rot="16200000">
            <a:off x="2217710" y="3433725"/>
            <a:ext cx="997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Sparkling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502C3C-F0DF-C25D-C7B9-4C90E92EF4D5}"/>
              </a:ext>
            </a:extLst>
          </p:cNvPr>
          <p:cNvSpPr/>
          <p:nvPr/>
        </p:nvSpPr>
        <p:spPr>
          <a:xfrm>
            <a:off x="5045039" y="1712912"/>
            <a:ext cx="182880" cy="182880"/>
          </a:xfrm>
          <a:prstGeom prst="rect">
            <a:avLst/>
          </a:prstGeom>
          <a:solidFill>
            <a:srgbClr val="FFE0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D5C370-B881-F567-1396-428308D38256}"/>
              </a:ext>
            </a:extLst>
          </p:cNvPr>
          <p:cNvSpPr/>
          <p:nvPr/>
        </p:nvSpPr>
        <p:spPr>
          <a:xfrm>
            <a:off x="6277736" y="1717750"/>
            <a:ext cx="182880" cy="182880"/>
          </a:xfrm>
          <a:prstGeom prst="rect">
            <a:avLst/>
          </a:prstGeom>
          <a:solidFill>
            <a:srgbClr val="FFA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9AEFFE-8C91-CF78-39A2-701B091F6F73}"/>
              </a:ext>
            </a:extLst>
          </p:cNvPr>
          <p:cNvSpPr/>
          <p:nvPr/>
        </p:nvSpPr>
        <p:spPr>
          <a:xfrm>
            <a:off x="6281974" y="1981960"/>
            <a:ext cx="182880" cy="182880"/>
          </a:xfrm>
          <a:prstGeom prst="rect">
            <a:avLst/>
          </a:prstGeom>
          <a:solidFill>
            <a:srgbClr val="A3C2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0BF0D4-E34E-C0B2-83F0-49DE17714C54}"/>
              </a:ext>
            </a:extLst>
          </p:cNvPr>
          <p:cNvSpPr/>
          <p:nvPr/>
        </p:nvSpPr>
        <p:spPr>
          <a:xfrm>
            <a:off x="7994058" y="1702948"/>
            <a:ext cx="182880" cy="182880"/>
          </a:xfrm>
          <a:prstGeom prst="rect">
            <a:avLst/>
          </a:prstGeom>
          <a:solidFill>
            <a:srgbClr val="66A3C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7F228F-5ECB-D812-4DA1-76D5F76939EA}"/>
              </a:ext>
            </a:extLst>
          </p:cNvPr>
          <p:cNvSpPr/>
          <p:nvPr/>
        </p:nvSpPr>
        <p:spPr>
          <a:xfrm>
            <a:off x="5045039" y="1968014"/>
            <a:ext cx="182880" cy="182880"/>
          </a:xfrm>
          <a:prstGeom prst="rect">
            <a:avLst/>
          </a:prstGeom>
          <a:solidFill>
            <a:srgbClr val="C369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2F0410-BD1D-4231-1B36-0B3F4B62B729}"/>
              </a:ext>
            </a:extLst>
          </p:cNvPr>
          <p:cNvSpPr txBox="1"/>
          <p:nvPr/>
        </p:nvSpPr>
        <p:spPr>
          <a:xfrm>
            <a:off x="5239767" y="1670897"/>
            <a:ext cx="997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Lake Trout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650241-0DD2-5051-E52C-C173CA671997}"/>
              </a:ext>
            </a:extLst>
          </p:cNvPr>
          <p:cNvSpPr txBox="1"/>
          <p:nvPr/>
        </p:nvSpPr>
        <p:spPr>
          <a:xfrm>
            <a:off x="6474663" y="1670690"/>
            <a:ext cx="14258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Spiny Water Flea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7C9BF2-AF6F-9B5F-3FCC-E3187FDC6F1B}"/>
              </a:ext>
            </a:extLst>
          </p:cNvPr>
          <p:cNvSpPr txBox="1"/>
          <p:nvPr/>
        </p:nvSpPr>
        <p:spPr>
          <a:xfrm>
            <a:off x="6476602" y="1951227"/>
            <a:ext cx="1259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Smelt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B35326-B5D7-A9E0-2B09-D85589C8774F}"/>
              </a:ext>
            </a:extLst>
          </p:cNvPr>
          <p:cNvSpPr txBox="1"/>
          <p:nvPr/>
        </p:nvSpPr>
        <p:spPr>
          <a:xfrm>
            <a:off x="8172560" y="1659911"/>
            <a:ext cx="1259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Rusty Crayfish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FBE083-B11F-B067-D72A-3C8C9E4D4A55}"/>
              </a:ext>
            </a:extLst>
          </p:cNvPr>
          <p:cNvSpPr txBox="1"/>
          <p:nvPr/>
        </p:nvSpPr>
        <p:spPr>
          <a:xfrm>
            <a:off x="4971164" y="1409615"/>
            <a:ext cx="1259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NATIVE SPP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663C34-AF93-D30C-2507-CB143C707A2A}"/>
              </a:ext>
            </a:extLst>
          </p:cNvPr>
          <p:cNvSpPr txBox="1"/>
          <p:nvPr/>
        </p:nvSpPr>
        <p:spPr>
          <a:xfrm>
            <a:off x="3057312" y="1391664"/>
            <a:ext cx="2039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NHLD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Perturbations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1B936F-9AE4-F02B-89AA-0D6BE3814F2A}"/>
              </a:ext>
            </a:extLst>
          </p:cNvPr>
          <p:cNvSpPr txBox="1"/>
          <p:nvPr/>
        </p:nvSpPr>
        <p:spPr>
          <a:xfrm rot="16200000">
            <a:off x="2227335" y="4280842"/>
            <a:ext cx="997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Crystal</a:t>
            </a:r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7DEA2C26-2590-D237-D619-588F10ED29EC}"/>
              </a:ext>
            </a:extLst>
          </p:cNvPr>
          <p:cNvSpPr/>
          <p:nvPr/>
        </p:nvSpPr>
        <p:spPr>
          <a:xfrm flipH="1">
            <a:off x="2922674" y="4100538"/>
            <a:ext cx="183880" cy="640080"/>
          </a:xfrm>
          <a:prstGeom prst="rightBrace">
            <a:avLst>
              <a:gd name="adj1" fmla="val 30305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E4ED33-BE2D-F2D5-633F-F03A74A8103A}"/>
              </a:ext>
            </a:extLst>
          </p:cNvPr>
          <p:cNvSpPr txBox="1"/>
          <p:nvPr/>
        </p:nvSpPr>
        <p:spPr>
          <a:xfrm>
            <a:off x="6179016" y="1396291"/>
            <a:ext cx="1259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INTRODUCED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E5D7B0-F73C-851D-25D7-833BE6B82F80}"/>
              </a:ext>
            </a:extLst>
          </p:cNvPr>
          <p:cNvSpPr txBox="1"/>
          <p:nvPr/>
        </p:nvSpPr>
        <p:spPr>
          <a:xfrm>
            <a:off x="5237665" y="1939321"/>
            <a:ext cx="997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Cisco</a:t>
            </a:r>
          </a:p>
        </p:txBody>
      </p:sp>
    </p:spTree>
    <p:extLst>
      <p:ext uri="{BB962C8B-B14F-4D97-AF65-F5344CB8AC3E}">
        <p14:creationId xmlns:p14="http://schemas.microsoft.com/office/powerpoint/2010/main" val="3232836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1FAF2F-244A-3372-947F-37C6805E68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l="10325" r="3555" b="55441"/>
          <a:stretch>
            <a:fillRect/>
          </a:stretch>
        </p:blipFill>
        <p:spPr>
          <a:xfrm>
            <a:off x="2467074" y="1295291"/>
            <a:ext cx="7417590" cy="19015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113DA4-6CF1-9AD6-C88A-30AAE3E21AA8}"/>
              </a:ext>
            </a:extLst>
          </p:cNvPr>
          <p:cNvSpPr txBox="1"/>
          <p:nvPr/>
        </p:nvSpPr>
        <p:spPr>
          <a:xfrm>
            <a:off x="2524618" y="1371464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</a:t>
            </a:r>
          </a:p>
        </p:txBody>
      </p:sp>
      <p:sp>
        <p:nvSpPr>
          <p:cNvPr id="34" name="Flowchart: Off-page Connector 33">
            <a:extLst>
              <a:ext uri="{FF2B5EF4-FFF2-40B4-BE49-F238E27FC236}">
                <a16:creationId xmlns:a16="http://schemas.microsoft.com/office/drawing/2014/main" id="{7586A6DE-A14B-103D-5EC9-FE4465B2A88C}"/>
              </a:ext>
            </a:extLst>
          </p:cNvPr>
          <p:cNvSpPr/>
          <p:nvPr/>
        </p:nvSpPr>
        <p:spPr>
          <a:xfrm rot="16200000">
            <a:off x="1851494" y="1187947"/>
            <a:ext cx="437043" cy="977727"/>
          </a:xfrm>
          <a:prstGeom prst="flowChartOffpageConnector">
            <a:avLst/>
          </a:prstGeom>
          <a:solidFill>
            <a:srgbClr val="1D69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1665BF-01D7-BF06-EC58-7826795F52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l="9974" t="50186" r="3555" b="1714"/>
          <a:stretch>
            <a:fillRect/>
          </a:stretch>
        </p:blipFill>
        <p:spPr>
          <a:xfrm>
            <a:off x="2445028" y="3247434"/>
            <a:ext cx="7447807" cy="20526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28F9C-499D-D922-77F3-AD6D08DC04CF}"/>
              </a:ext>
            </a:extLst>
          </p:cNvPr>
          <p:cNvCxnSpPr/>
          <p:nvPr/>
        </p:nvCxnSpPr>
        <p:spPr>
          <a:xfrm>
            <a:off x="1526076" y="1974510"/>
            <a:ext cx="83667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C2F3D6-5B43-5FD1-E321-E719175E670F}"/>
              </a:ext>
            </a:extLst>
          </p:cNvPr>
          <p:cNvCxnSpPr/>
          <p:nvPr/>
        </p:nvCxnSpPr>
        <p:spPr>
          <a:xfrm>
            <a:off x="1526076" y="3263629"/>
            <a:ext cx="83667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C94636-1975-80EB-2CB6-B46E94A2FEB3}"/>
              </a:ext>
            </a:extLst>
          </p:cNvPr>
          <p:cNvCxnSpPr/>
          <p:nvPr/>
        </p:nvCxnSpPr>
        <p:spPr>
          <a:xfrm>
            <a:off x="1526076" y="5007109"/>
            <a:ext cx="83667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A1269A-3E01-FABB-2866-C704047458C2}"/>
              </a:ext>
            </a:extLst>
          </p:cNvPr>
          <p:cNvCxnSpPr/>
          <p:nvPr/>
        </p:nvCxnSpPr>
        <p:spPr>
          <a:xfrm>
            <a:off x="1526076" y="3210458"/>
            <a:ext cx="83667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686874-7F86-BF42-87B1-DB6E2E3A62C4}"/>
              </a:ext>
            </a:extLst>
          </p:cNvPr>
          <p:cNvSpPr/>
          <p:nvPr/>
        </p:nvSpPr>
        <p:spPr>
          <a:xfrm>
            <a:off x="1267460" y="1974510"/>
            <a:ext cx="256943" cy="12345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Benthic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5478E4-3AC7-0B6F-1E4E-2AAE8D333194}"/>
              </a:ext>
            </a:extLst>
          </p:cNvPr>
          <p:cNvSpPr/>
          <p:nvPr/>
        </p:nvSpPr>
        <p:spPr>
          <a:xfrm>
            <a:off x="1267460" y="3268829"/>
            <a:ext cx="256943" cy="173827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Planktivore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2BE7FB-2AE7-AFC2-8B61-0EB53A70DB51}"/>
              </a:ext>
            </a:extLst>
          </p:cNvPr>
          <p:cNvSpPr/>
          <p:nvPr/>
        </p:nvSpPr>
        <p:spPr>
          <a:xfrm>
            <a:off x="1267460" y="1409701"/>
            <a:ext cx="256943" cy="5206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Pisc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005FBD-262E-8325-5D85-94A95EE1DF77}"/>
              </a:ext>
            </a:extLst>
          </p:cNvPr>
          <p:cNvCxnSpPr/>
          <p:nvPr/>
        </p:nvCxnSpPr>
        <p:spPr>
          <a:xfrm>
            <a:off x="1526076" y="1927862"/>
            <a:ext cx="83667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FA7BDC-87AB-26E7-D1DE-9B348AB1C8B4}"/>
              </a:ext>
            </a:extLst>
          </p:cNvPr>
          <p:cNvCxnSpPr/>
          <p:nvPr/>
        </p:nvCxnSpPr>
        <p:spPr>
          <a:xfrm>
            <a:off x="1526076" y="1409701"/>
            <a:ext cx="83667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35B110D-5687-F887-94FC-18ED47A4EF6E}"/>
              </a:ext>
            </a:extLst>
          </p:cNvPr>
          <p:cNvSpPr txBox="1"/>
          <p:nvPr/>
        </p:nvSpPr>
        <p:spPr>
          <a:xfrm>
            <a:off x="1542315" y="1477975"/>
            <a:ext cx="977726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Piscivore stocking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491A3A-BA60-AA48-C1A1-C4196E8D56F9}"/>
              </a:ext>
            </a:extLst>
          </p:cNvPr>
          <p:cNvSpPr txBox="1"/>
          <p:nvPr/>
        </p:nvSpPr>
        <p:spPr>
          <a:xfrm>
            <a:off x="1542315" y="3796470"/>
            <a:ext cx="977728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Rainbow Smelt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3E5E5A-3F25-0DA4-DE31-61EED39D2BB9}"/>
              </a:ext>
            </a:extLst>
          </p:cNvPr>
          <p:cNvSpPr txBox="1"/>
          <p:nvPr/>
        </p:nvSpPr>
        <p:spPr>
          <a:xfrm>
            <a:off x="1537787" y="4351063"/>
            <a:ext cx="90724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Spiny Water Flea</a:t>
            </a:r>
          </a:p>
        </p:txBody>
      </p:sp>
      <p:sp>
        <p:nvSpPr>
          <p:cNvPr id="30" name="Flowchart: Off-page Connector 29">
            <a:extLst>
              <a:ext uri="{FF2B5EF4-FFF2-40B4-BE49-F238E27FC236}">
                <a16:creationId xmlns:a16="http://schemas.microsoft.com/office/drawing/2014/main" id="{376DED3D-B4B8-D03D-F70E-0EDEE9A10F52}"/>
              </a:ext>
            </a:extLst>
          </p:cNvPr>
          <p:cNvSpPr/>
          <p:nvPr/>
        </p:nvSpPr>
        <p:spPr>
          <a:xfrm rot="16200000">
            <a:off x="1845478" y="1731828"/>
            <a:ext cx="438912" cy="977727"/>
          </a:xfrm>
          <a:prstGeom prst="flowChartOffpageConnector">
            <a:avLst/>
          </a:prstGeom>
          <a:solidFill>
            <a:srgbClr val="94356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Flowchart: Off-page Connector 30">
            <a:extLst>
              <a:ext uri="{FF2B5EF4-FFF2-40B4-BE49-F238E27FC236}">
                <a16:creationId xmlns:a16="http://schemas.microsoft.com/office/drawing/2014/main" id="{4187E303-6E2B-DD15-9BE3-3DD430522250}"/>
              </a:ext>
            </a:extLst>
          </p:cNvPr>
          <p:cNvSpPr/>
          <p:nvPr/>
        </p:nvSpPr>
        <p:spPr>
          <a:xfrm rot="16200000">
            <a:off x="1952974" y="2099634"/>
            <a:ext cx="219456" cy="977727"/>
          </a:xfrm>
          <a:prstGeom prst="flowChartOffpageConnector">
            <a:avLst/>
          </a:prstGeom>
          <a:solidFill>
            <a:srgbClr val="CC523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Flowchart: Off-page Connector 31">
            <a:extLst>
              <a:ext uri="{FF2B5EF4-FFF2-40B4-BE49-F238E27FC236}">
                <a16:creationId xmlns:a16="http://schemas.microsoft.com/office/drawing/2014/main" id="{EA27BD67-C0B9-D012-B88B-B59DC06E197A}"/>
              </a:ext>
            </a:extLst>
          </p:cNvPr>
          <p:cNvSpPr/>
          <p:nvPr/>
        </p:nvSpPr>
        <p:spPr>
          <a:xfrm rot="16200000">
            <a:off x="1836335" y="2465788"/>
            <a:ext cx="457200" cy="977727"/>
          </a:xfrm>
          <a:prstGeom prst="flowChartOffpageConnector">
            <a:avLst/>
          </a:prstGeom>
          <a:solidFill>
            <a:srgbClr val="E17D08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Flowchart: Off-page Connector 34">
            <a:extLst>
              <a:ext uri="{FF2B5EF4-FFF2-40B4-BE49-F238E27FC236}">
                <a16:creationId xmlns:a16="http://schemas.microsoft.com/office/drawing/2014/main" id="{F0F34480-5C26-5B6D-F288-22B2D880BB89}"/>
              </a:ext>
            </a:extLst>
          </p:cNvPr>
          <p:cNvSpPr/>
          <p:nvPr/>
        </p:nvSpPr>
        <p:spPr>
          <a:xfrm rot="16200000">
            <a:off x="1830630" y="3035879"/>
            <a:ext cx="457200" cy="977727"/>
          </a:xfrm>
          <a:prstGeom prst="flowChartOffpageConnector">
            <a:avLst/>
          </a:prstGeom>
          <a:solidFill>
            <a:srgbClr val="B7E82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Flowchart: Off-page Connector 35">
            <a:extLst>
              <a:ext uri="{FF2B5EF4-FFF2-40B4-BE49-F238E27FC236}">
                <a16:creationId xmlns:a16="http://schemas.microsoft.com/office/drawing/2014/main" id="{906C3819-3F3D-88E1-6E2A-328AE8C01661}"/>
              </a:ext>
            </a:extLst>
          </p:cNvPr>
          <p:cNvSpPr/>
          <p:nvPr/>
        </p:nvSpPr>
        <p:spPr>
          <a:xfrm rot="16200000">
            <a:off x="1841416" y="3516701"/>
            <a:ext cx="457200" cy="977727"/>
          </a:xfrm>
          <a:prstGeom prst="flowChartOffpageConnector">
            <a:avLst/>
          </a:prstGeom>
          <a:solidFill>
            <a:srgbClr val="6E932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Flowchart: Off-page Connector 36">
            <a:extLst>
              <a:ext uri="{FF2B5EF4-FFF2-40B4-BE49-F238E27FC236}">
                <a16:creationId xmlns:a16="http://schemas.microsoft.com/office/drawing/2014/main" id="{1243054B-D462-2CC2-1167-E246E0100BC6}"/>
              </a:ext>
            </a:extLst>
          </p:cNvPr>
          <p:cNvSpPr/>
          <p:nvPr/>
        </p:nvSpPr>
        <p:spPr>
          <a:xfrm rot="16200000">
            <a:off x="1713400" y="4132719"/>
            <a:ext cx="713232" cy="977727"/>
          </a:xfrm>
          <a:prstGeom prst="flowChartOffpageConnector">
            <a:avLst/>
          </a:prstGeom>
          <a:solidFill>
            <a:srgbClr val="0F855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EFE334D-7EF3-6065-DBD1-78B32149F969}"/>
              </a:ext>
            </a:extLst>
          </p:cNvPr>
          <p:cNvCxnSpPr/>
          <p:nvPr/>
        </p:nvCxnSpPr>
        <p:spPr>
          <a:xfrm>
            <a:off x="9892836" y="1411100"/>
            <a:ext cx="0" cy="5147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9D77415-9314-CB88-7634-9949E2B4A65F}"/>
              </a:ext>
            </a:extLst>
          </p:cNvPr>
          <p:cNvCxnSpPr/>
          <p:nvPr/>
        </p:nvCxnSpPr>
        <p:spPr>
          <a:xfrm>
            <a:off x="9888721" y="1975908"/>
            <a:ext cx="0" cy="14630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703ACD3-75BA-60E5-FB6C-FA116E2B7B10}"/>
              </a:ext>
            </a:extLst>
          </p:cNvPr>
          <p:cNvCxnSpPr/>
          <p:nvPr/>
        </p:nvCxnSpPr>
        <p:spPr>
          <a:xfrm>
            <a:off x="9888721" y="3279840"/>
            <a:ext cx="0" cy="17373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09B74B-6F72-9C51-9453-544C3D64CFBC}"/>
              </a:ext>
            </a:extLst>
          </p:cNvPr>
          <p:cNvSpPr txBox="1"/>
          <p:nvPr/>
        </p:nvSpPr>
        <p:spPr>
          <a:xfrm>
            <a:off x="2532790" y="1623742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5915FD-3488-8B3B-525A-4014431650C5}"/>
              </a:ext>
            </a:extLst>
          </p:cNvPr>
          <p:cNvSpPr txBox="1"/>
          <p:nvPr/>
        </p:nvSpPr>
        <p:spPr>
          <a:xfrm>
            <a:off x="2552040" y="1922676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A433CF-1DF0-3972-C8FD-8588147593ED}"/>
              </a:ext>
            </a:extLst>
          </p:cNvPr>
          <p:cNvSpPr txBox="1"/>
          <p:nvPr/>
        </p:nvSpPr>
        <p:spPr>
          <a:xfrm>
            <a:off x="2548093" y="2152452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678363-92F6-A54E-9E9E-18759C29C081}"/>
              </a:ext>
            </a:extLst>
          </p:cNvPr>
          <p:cNvSpPr txBox="1"/>
          <p:nvPr/>
        </p:nvSpPr>
        <p:spPr>
          <a:xfrm>
            <a:off x="2563322" y="2419181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028A89-E395-E67C-1B65-159202791113}"/>
              </a:ext>
            </a:extLst>
          </p:cNvPr>
          <p:cNvSpPr txBox="1"/>
          <p:nvPr/>
        </p:nvSpPr>
        <p:spPr>
          <a:xfrm>
            <a:off x="2565800" y="2661308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931E8A-044D-FE34-9F4A-714910E19037}"/>
              </a:ext>
            </a:extLst>
          </p:cNvPr>
          <p:cNvSpPr txBox="1"/>
          <p:nvPr/>
        </p:nvSpPr>
        <p:spPr>
          <a:xfrm>
            <a:off x="2570038" y="2912699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2E07D8-6406-5324-5EFB-E4C9B124CCBC}"/>
              </a:ext>
            </a:extLst>
          </p:cNvPr>
          <p:cNvSpPr txBox="1"/>
          <p:nvPr/>
        </p:nvSpPr>
        <p:spPr>
          <a:xfrm>
            <a:off x="2586829" y="3243314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359F19-5086-C5FD-7824-005A4623FD9F}"/>
              </a:ext>
            </a:extLst>
          </p:cNvPr>
          <p:cNvSpPr txBox="1"/>
          <p:nvPr/>
        </p:nvSpPr>
        <p:spPr>
          <a:xfrm>
            <a:off x="2592714" y="3472824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2FEC50-551A-D5DD-3E2E-3CC3589CEACD}"/>
              </a:ext>
            </a:extLst>
          </p:cNvPr>
          <p:cNvSpPr txBox="1"/>
          <p:nvPr/>
        </p:nvSpPr>
        <p:spPr>
          <a:xfrm>
            <a:off x="2593337" y="3716377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9EB219-0C8A-81A8-31A4-C7BE18836EA0}"/>
              </a:ext>
            </a:extLst>
          </p:cNvPr>
          <p:cNvSpPr txBox="1"/>
          <p:nvPr/>
        </p:nvSpPr>
        <p:spPr>
          <a:xfrm>
            <a:off x="2589494" y="3984799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31C89B-BE6B-A912-74F6-A117345D0498}"/>
              </a:ext>
            </a:extLst>
          </p:cNvPr>
          <p:cNvSpPr txBox="1"/>
          <p:nvPr/>
        </p:nvSpPr>
        <p:spPr>
          <a:xfrm>
            <a:off x="2609848" y="4485725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F72B5D-AF23-9003-F827-E2018D669222}"/>
              </a:ext>
            </a:extLst>
          </p:cNvPr>
          <p:cNvSpPr txBox="1"/>
          <p:nvPr/>
        </p:nvSpPr>
        <p:spPr>
          <a:xfrm>
            <a:off x="2615629" y="4734957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A5FFE5-2D16-9302-CAF0-6D5954CC21BC}"/>
              </a:ext>
            </a:extLst>
          </p:cNvPr>
          <p:cNvSpPr txBox="1"/>
          <p:nvPr/>
        </p:nvSpPr>
        <p:spPr>
          <a:xfrm>
            <a:off x="2570037" y="4219578"/>
            <a:ext cx="811971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4F8052-51D4-BC3B-FB6F-895E93472EE4}"/>
              </a:ext>
            </a:extLst>
          </p:cNvPr>
          <p:cNvSpPr txBox="1"/>
          <p:nvPr/>
        </p:nvSpPr>
        <p:spPr>
          <a:xfrm>
            <a:off x="1546150" y="3248934"/>
            <a:ext cx="103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Cisco Stocking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D14297-3191-8494-A8ED-CED957FE12BC}"/>
              </a:ext>
            </a:extLst>
          </p:cNvPr>
          <p:cNvSpPr txBox="1"/>
          <p:nvPr/>
        </p:nvSpPr>
        <p:spPr>
          <a:xfrm>
            <a:off x="1556818" y="2415492"/>
            <a:ext cx="907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88936D-E7F0-3E83-8BB2-F5A328D33D8D}"/>
              </a:ext>
            </a:extLst>
          </p:cNvPr>
          <p:cNvSpPr txBox="1"/>
          <p:nvPr/>
        </p:nvSpPr>
        <p:spPr>
          <a:xfrm>
            <a:off x="1566546" y="2014777"/>
            <a:ext cx="907242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Zebra Mussels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82F672-0A9B-D038-3677-5D9A56CE579E}"/>
              </a:ext>
            </a:extLst>
          </p:cNvPr>
          <p:cNvSpPr txBox="1"/>
          <p:nvPr/>
        </p:nvSpPr>
        <p:spPr>
          <a:xfrm>
            <a:off x="1559832" y="2752215"/>
            <a:ext cx="907242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Rusty Crayfish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750B33-77F2-9DAE-B147-61098C64EA79}"/>
              </a:ext>
            </a:extLst>
          </p:cNvPr>
          <p:cNvSpPr txBox="1"/>
          <p:nvPr/>
        </p:nvSpPr>
        <p:spPr>
          <a:xfrm>
            <a:off x="8404697" y="1895332"/>
            <a:ext cx="19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4D3FD8-7477-EE9F-2BDC-E26AFDD90CAA}"/>
              </a:ext>
            </a:extLst>
          </p:cNvPr>
          <p:cNvSpPr txBox="1"/>
          <p:nvPr/>
        </p:nvSpPr>
        <p:spPr>
          <a:xfrm>
            <a:off x="7068079" y="2297637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FAE1C9-1414-25AC-A548-E12F06767739}"/>
              </a:ext>
            </a:extLst>
          </p:cNvPr>
          <p:cNvSpPr txBox="1"/>
          <p:nvPr/>
        </p:nvSpPr>
        <p:spPr>
          <a:xfrm>
            <a:off x="6046166" y="2790957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CE7536-7E77-780F-8A70-6741CB77D0E3}"/>
              </a:ext>
            </a:extLst>
          </p:cNvPr>
          <p:cNvSpPr txBox="1"/>
          <p:nvPr/>
        </p:nvSpPr>
        <p:spPr>
          <a:xfrm>
            <a:off x="6234037" y="2795077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208D70-F2B8-4065-7338-46DA54BC3D34}"/>
              </a:ext>
            </a:extLst>
          </p:cNvPr>
          <p:cNvSpPr txBox="1"/>
          <p:nvPr/>
        </p:nvSpPr>
        <p:spPr>
          <a:xfrm>
            <a:off x="7775208" y="3881865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018490-7E7F-A964-A831-37FEA380B8D6}"/>
              </a:ext>
            </a:extLst>
          </p:cNvPr>
          <p:cNvSpPr txBox="1"/>
          <p:nvPr/>
        </p:nvSpPr>
        <p:spPr>
          <a:xfrm>
            <a:off x="7965261" y="3886910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051DF0-7E52-ED1B-5B44-AD0A7B40AA78}"/>
              </a:ext>
            </a:extLst>
          </p:cNvPr>
          <p:cNvSpPr txBox="1"/>
          <p:nvPr/>
        </p:nvSpPr>
        <p:spPr>
          <a:xfrm>
            <a:off x="7145641" y="3620795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2BDEAF-F93C-C342-75F0-09BE7C508BBB}"/>
              </a:ext>
            </a:extLst>
          </p:cNvPr>
          <p:cNvSpPr txBox="1"/>
          <p:nvPr/>
        </p:nvSpPr>
        <p:spPr>
          <a:xfrm>
            <a:off x="6043984" y="3620255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8D4244-2A12-D496-BB83-F41EA02C65DF}"/>
              </a:ext>
            </a:extLst>
          </p:cNvPr>
          <p:cNvSpPr txBox="1"/>
          <p:nvPr/>
        </p:nvSpPr>
        <p:spPr>
          <a:xfrm>
            <a:off x="4914787" y="1301348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16F13C-EE12-649C-03B4-53E6DE4989E3}"/>
              </a:ext>
            </a:extLst>
          </p:cNvPr>
          <p:cNvSpPr txBox="1"/>
          <p:nvPr/>
        </p:nvSpPr>
        <p:spPr>
          <a:xfrm>
            <a:off x="5086643" y="1298100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4BF658-DBCE-AB1E-73EC-62CBE0551F2E}"/>
              </a:ext>
            </a:extLst>
          </p:cNvPr>
          <p:cNvSpPr txBox="1"/>
          <p:nvPr/>
        </p:nvSpPr>
        <p:spPr>
          <a:xfrm>
            <a:off x="5414147" y="1304482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BBA9B6-B558-E70A-761B-087AE8967C96}"/>
              </a:ext>
            </a:extLst>
          </p:cNvPr>
          <p:cNvSpPr txBox="1"/>
          <p:nvPr/>
        </p:nvSpPr>
        <p:spPr>
          <a:xfrm>
            <a:off x="5255264" y="1301339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8BBE23-087D-6A2B-04F5-ECB01E005139}"/>
              </a:ext>
            </a:extLst>
          </p:cNvPr>
          <p:cNvSpPr txBox="1"/>
          <p:nvPr/>
        </p:nvSpPr>
        <p:spPr>
          <a:xfrm>
            <a:off x="8404697" y="2125435"/>
            <a:ext cx="19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43BD84D-712D-2262-F437-E2A6DD51AF87}"/>
              </a:ext>
            </a:extLst>
          </p:cNvPr>
          <p:cNvSpPr txBox="1"/>
          <p:nvPr/>
        </p:nvSpPr>
        <p:spPr>
          <a:xfrm>
            <a:off x="7838880" y="4204189"/>
            <a:ext cx="19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EA02BD4-5D94-1B9A-D417-73B36263E429}"/>
              </a:ext>
            </a:extLst>
          </p:cNvPr>
          <p:cNvSpPr txBox="1"/>
          <p:nvPr/>
        </p:nvSpPr>
        <p:spPr>
          <a:xfrm>
            <a:off x="7164197" y="4442300"/>
            <a:ext cx="19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4DBCE2-BD6F-A07C-3FF9-5E31FD15024D}"/>
              </a:ext>
            </a:extLst>
          </p:cNvPr>
          <p:cNvSpPr txBox="1"/>
          <p:nvPr/>
        </p:nvSpPr>
        <p:spPr>
          <a:xfrm>
            <a:off x="7309302" y="4684084"/>
            <a:ext cx="19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!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56EA0B-549C-E491-FB7C-96BF0724B4CA}"/>
              </a:ext>
            </a:extLst>
          </p:cNvPr>
          <p:cNvSpPr txBox="1"/>
          <p:nvPr/>
        </p:nvSpPr>
        <p:spPr>
          <a:xfrm>
            <a:off x="5709456" y="1545037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322F7FE-E1C0-C0CB-7A37-A8564C84ED35}"/>
              </a:ext>
            </a:extLst>
          </p:cNvPr>
          <p:cNvSpPr txBox="1"/>
          <p:nvPr/>
        </p:nvSpPr>
        <p:spPr>
          <a:xfrm>
            <a:off x="5901692" y="1543419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F040BB-B102-9F88-CC60-F3A5527629E1}"/>
              </a:ext>
            </a:extLst>
          </p:cNvPr>
          <p:cNvSpPr txBox="1"/>
          <p:nvPr/>
        </p:nvSpPr>
        <p:spPr>
          <a:xfrm>
            <a:off x="7450151" y="1540741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8EEAF8-A657-2E6F-145D-96C605D20A1F}"/>
              </a:ext>
            </a:extLst>
          </p:cNvPr>
          <p:cNvSpPr txBox="1"/>
          <p:nvPr/>
        </p:nvSpPr>
        <p:spPr>
          <a:xfrm>
            <a:off x="8095610" y="1535819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B00CBD-1C74-4514-CDA2-D213DA0B1FA0}"/>
              </a:ext>
            </a:extLst>
          </p:cNvPr>
          <p:cNvSpPr txBox="1"/>
          <p:nvPr/>
        </p:nvSpPr>
        <p:spPr>
          <a:xfrm>
            <a:off x="3684028" y="1553044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6B805C4-0DEC-FD1C-D057-60B2FBA73A0C}"/>
              </a:ext>
            </a:extLst>
          </p:cNvPr>
          <p:cNvSpPr txBox="1"/>
          <p:nvPr/>
        </p:nvSpPr>
        <p:spPr>
          <a:xfrm>
            <a:off x="9022702" y="3118047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D7EBD1B-D415-EAF1-07C6-5ADD3358BB94}"/>
              </a:ext>
            </a:extLst>
          </p:cNvPr>
          <p:cNvSpPr txBox="1"/>
          <p:nvPr/>
        </p:nvSpPr>
        <p:spPr>
          <a:xfrm>
            <a:off x="9032159" y="3376749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7A46FA-D7DF-C56A-23D8-788F581AC4A6}"/>
              </a:ext>
            </a:extLst>
          </p:cNvPr>
          <p:cNvSpPr txBox="1"/>
          <p:nvPr/>
        </p:nvSpPr>
        <p:spPr>
          <a:xfrm>
            <a:off x="9049463" y="3636902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DAB30B-BE5D-4A1E-DC5E-D43E1D71A758}"/>
              </a:ext>
            </a:extLst>
          </p:cNvPr>
          <p:cNvSpPr txBox="1"/>
          <p:nvPr/>
        </p:nvSpPr>
        <p:spPr>
          <a:xfrm>
            <a:off x="9045350" y="3867475"/>
            <a:ext cx="19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3069175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1E04CEB-0A71-1460-02FF-24C5E28370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08"/>
          <a:stretch>
            <a:fillRect/>
          </a:stretch>
        </p:blipFill>
        <p:spPr bwMode="auto">
          <a:xfrm>
            <a:off x="499440" y="1355380"/>
            <a:ext cx="5086350" cy="364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F97E3F1-8CF1-C0B2-230F-599F0859F4E3}"/>
              </a:ext>
            </a:extLst>
          </p:cNvPr>
          <p:cNvGrpSpPr/>
          <p:nvPr/>
        </p:nvGrpSpPr>
        <p:grpSpPr>
          <a:xfrm>
            <a:off x="6096000" y="1271239"/>
            <a:ext cx="5086350" cy="3847171"/>
            <a:chOff x="6096000" y="1271239"/>
            <a:chExt cx="5086350" cy="384717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72D81B8-6E52-D1B2-8D2C-0946B0777E9C}"/>
                </a:ext>
              </a:extLst>
            </p:cNvPr>
            <p:cNvSpPr/>
            <p:nvPr/>
          </p:nvSpPr>
          <p:spPr>
            <a:xfrm>
              <a:off x="6096000" y="1271239"/>
              <a:ext cx="5086350" cy="38471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371CE5D-4DFB-9585-41C5-1FDFC7D4976E}"/>
                </a:ext>
              </a:extLst>
            </p:cNvPr>
            <p:cNvSpPr txBox="1"/>
            <p:nvPr/>
          </p:nvSpPr>
          <p:spPr>
            <a:xfrm>
              <a:off x="8667173" y="3336623"/>
              <a:ext cx="111469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4572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Sparkling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C74F3D6-946B-F901-305B-312405A2ABD6}"/>
                </a:ext>
              </a:extLst>
            </p:cNvPr>
            <p:cNvSpPr txBox="1"/>
            <p:nvPr/>
          </p:nvSpPr>
          <p:spPr>
            <a:xfrm>
              <a:off x="8514831" y="2992155"/>
              <a:ext cx="117938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4572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A95B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Big Musky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ED304D7-63D1-9B91-B874-21C9830396D4}"/>
                </a:ext>
              </a:extLst>
            </p:cNvPr>
            <p:cNvGrpSpPr/>
            <p:nvPr/>
          </p:nvGrpSpPr>
          <p:grpSpPr>
            <a:xfrm>
              <a:off x="6695016" y="1476622"/>
              <a:ext cx="2114550" cy="1384995"/>
              <a:chOff x="5245100" y="2702223"/>
              <a:chExt cx="2114550" cy="1384995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6B6BD7-0598-EDB9-4308-E0AF8DA96110}"/>
                  </a:ext>
                </a:extLst>
              </p:cNvPr>
              <p:cNvSpPr txBox="1"/>
              <p:nvPr/>
            </p:nvSpPr>
            <p:spPr>
              <a:xfrm>
                <a:off x="5245100" y="2702223"/>
                <a:ext cx="2114550" cy="13849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Hydrology &amp; Trophic State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    </a:t>
                </a: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Seepage &amp; Oligotrophic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    Drainage &amp; Mesotrophic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    Drainage &amp; Eutrophic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Markers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    Start of Ice-Free Season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    End of Ice-Free Season</a:t>
                </a: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55F9642A-33BC-AEE8-5F43-29B93D2626F1}"/>
                  </a:ext>
                </a:extLst>
              </p:cNvPr>
              <p:cNvSpPr/>
              <p:nvPr/>
            </p:nvSpPr>
            <p:spPr>
              <a:xfrm>
                <a:off x="5382512" y="2959100"/>
                <a:ext cx="109728" cy="109728"/>
              </a:xfrm>
              <a:prstGeom prst="roundRect">
                <a:avLst/>
              </a:prstGeom>
              <a:solidFill>
                <a:srgbClr val="FF8C26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10ED534-C5BF-EA27-6F38-AA1CA8DD094A}"/>
                  </a:ext>
                </a:extLst>
              </p:cNvPr>
              <p:cNvSpPr/>
              <p:nvPr/>
            </p:nvSpPr>
            <p:spPr>
              <a:xfrm>
                <a:off x="5382512" y="3139801"/>
                <a:ext cx="109728" cy="109728"/>
              </a:xfrm>
              <a:prstGeom prst="roundRect">
                <a:avLst/>
              </a:prstGeom>
              <a:solidFill>
                <a:schemeClr val="accent4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820D8F1-5D06-E9F4-1349-74312C2C2680}"/>
                  </a:ext>
                </a:extLst>
              </p:cNvPr>
              <p:cNvSpPr/>
              <p:nvPr/>
            </p:nvSpPr>
            <p:spPr>
              <a:xfrm>
                <a:off x="5382512" y="3320502"/>
                <a:ext cx="109728" cy="109728"/>
              </a:xfrm>
              <a:prstGeom prst="roundRect">
                <a:avLst/>
              </a:prstGeom>
              <a:solidFill>
                <a:srgbClr val="92D050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BC35805-CCC8-CFBE-1AE9-72620EFAD8BD}"/>
                </a:ext>
              </a:extLst>
            </p:cNvPr>
            <p:cNvSpPr/>
            <p:nvPr/>
          </p:nvSpPr>
          <p:spPr>
            <a:xfrm>
              <a:off x="8593455" y="3521289"/>
              <a:ext cx="91440" cy="91440"/>
            </a:xfrm>
            <a:prstGeom prst="ellipse">
              <a:avLst/>
            </a:prstGeom>
            <a:solidFill>
              <a:schemeClr val="accent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1922673-E4E5-0FC7-6994-4D70956AE402}"/>
                </a:ext>
              </a:extLst>
            </p:cNvPr>
            <p:cNvSpPr/>
            <p:nvPr/>
          </p:nvSpPr>
          <p:spPr>
            <a:xfrm>
              <a:off x="7029679" y="3810449"/>
              <a:ext cx="91440" cy="91440"/>
            </a:xfrm>
            <a:prstGeom prst="rect">
              <a:avLst/>
            </a:prstGeom>
            <a:solidFill>
              <a:schemeClr val="accent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D8E4F6C-C69E-86AA-7F4A-B9305CA4F672}"/>
                </a:ext>
              </a:extLst>
            </p:cNvPr>
            <p:cNvSpPr/>
            <p:nvPr/>
          </p:nvSpPr>
          <p:spPr>
            <a:xfrm>
              <a:off x="6872113" y="3612729"/>
              <a:ext cx="91440" cy="91440"/>
            </a:xfrm>
            <a:prstGeom prst="rect">
              <a:avLst/>
            </a:prstGeom>
            <a:solidFill>
              <a:srgbClr val="FFA95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88A6F8D-AB36-89A1-50A5-7CC9D2076F24}"/>
                </a:ext>
              </a:extLst>
            </p:cNvPr>
            <p:cNvSpPr txBox="1"/>
            <p:nvPr/>
          </p:nvSpPr>
          <p:spPr>
            <a:xfrm>
              <a:off x="8000125" y="4219278"/>
              <a:ext cx="111469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4572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F9ED5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Allequash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260E837-803F-DF3A-F8B3-ECC6AEE54DC8}"/>
                </a:ext>
              </a:extLst>
            </p:cNvPr>
            <p:cNvSpPr/>
            <p:nvPr/>
          </p:nvSpPr>
          <p:spPr>
            <a:xfrm>
              <a:off x="7913139" y="4282146"/>
              <a:ext cx="91440" cy="91440"/>
            </a:xfrm>
            <a:prstGeom prst="ellipse">
              <a:avLst/>
            </a:prstGeom>
            <a:solidFill>
              <a:schemeClr val="accent4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393035-1218-DF89-3426-63893C12FA9F}"/>
                </a:ext>
              </a:extLst>
            </p:cNvPr>
            <p:cNvSpPr txBox="1"/>
            <p:nvPr/>
          </p:nvSpPr>
          <p:spPr>
            <a:xfrm>
              <a:off x="8938681" y="1491908"/>
              <a:ext cx="104626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4572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Monona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7CEB79-E406-45EA-CB2F-AB362BDBAC07}"/>
                </a:ext>
              </a:extLst>
            </p:cNvPr>
            <p:cNvSpPr txBox="1"/>
            <p:nvPr/>
          </p:nvSpPr>
          <p:spPr>
            <a:xfrm>
              <a:off x="9085994" y="1746515"/>
              <a:ext cx="109886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4572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Mendota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0BA0750-2590-6B91-5382-2C97AC881E59}"/>
                </a:ext>
              </a:extLst>
            </p:cNvPr>
            <p:cNvSpPr/>
            <p:nvPr/>
          </p:nvSpPr>
          <p:spPr>
            <a:xfrm>
              <a:off x="8896206" y="1740762"/>
              <a:ext cx="91440" cy="91440"/>
            </a:xfrm>
            <a:prstGeom prst="ellipse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5751A07-45D0-1001-CD9B-1DF2C9F7D518}"/>
                </a:ext>
              </a:extLst>
            </p:cNvPr>
            <p:cNvSpPr/>
            <p:nvPr/>
          </p:nvSpPr>
          <p:spPr>
            <a:xfrm>
              <a:off x="6840612" y="2507771"/>
              <a:ext cx="91440" cy="9144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D9080DD-E670-CCA1-0C7D-C1CE1E802FC1}"/>
                </a:ext>
              </a:extLst>
            </p:cNvPr>
            <p:cNvSpPr/>
            <p:nvPr/>
          </p:nvSpPr>
          <p:spPr>
            <a:xfrm>
              <a:off x="6840612" y="2673060"/>
              <a:ext cx="91440" cy="9144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36632AD-7E97-DD84-888F-513DF6B7D96F}"/>
                </a:ext>
              </a:extLst>
            </p:cNvPr>
            <p:cNvSpPr/>
            <p:nvPr/>
          </p:nvSpPr>
          <p:spPr>
            <a:xfrm>
              <a:off x="6794559" y="3331106"/>
              <a:ext cx="91440" cy="91440"/>
            </a:xfrm>
            <a:prstGeom prst="rect">
              <a:avLst/>
            </a:prstGeom>
            <a:solidFill>
              <a:schemeClr val="accent4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793FF6C-4173-2770-3875-515E9E8698EE}"/>
                </a:ext>
              </a:extLst>
            </p:cNvPr>
            <p:cNvSpPr/>
            <p:nvPr/>
          </p:nvSpPr>
          <p:spPr>
            <a:xfrm>
              <a:off x="10390836" y="2285681"/>
              <a:ext cx="91440" cy="9144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AE56FB-619D-756B-057F-E61802A1BC7A}"/>
                </a:ext>
              </a:extLst>
            </p:cNvPr>
            <p:cNvSpPr/>
            <p:nvPr/>
          </p:nvSpPr>
          <p:spPr>
            <a:xfrm>
              <a:off x="10727139" y="2462051"/>
              <a:ext cx="91440" cy="9144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E56D2B5-22F2-6AFE-0FD9-DE9676EC1AAF}"/>
                </a:ext>
              </a:extLst>
            </p:cNvPr>
            <p:cNvSpPr txBox="1"/>
            <p:nvPr/>
          </p:nvSpPr>
          <p:spPr>
            <a:xfrm>
              <a:off x="7542045" y="4863597"/>
              <a:ext cx="2386257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t-SNE Dimension 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EB37136-4498-0A24-CB74-04FCC2EE0E2A}"/>
                </a:ext>
              </a:extLst>
            </p:cNvPr>
            <p:cNvSpPr txBox="1"/>
            <p:nvPr/>
          </p:nvSpPr>
          <p:spPr>
            <a:xfrm rot="16200000">
              <a:off x="5104539" y="2942392"/>
              <a:ext cx="2386257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t-SNE Dimension 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1515DE1-7D3C-9440-D303-54AC3A839208}"/>
                </a:ext>
              </a:extLst>
            </p:cNvPr>
            <p:cNvSpPr txBox="1"/>
            <p:nvPr/>
          </p:nvSpPr>
          <p:spPr>
            <a:xfrm>
              <a:off x="9813253" y="4364371"/>
              <a:ext cx="108437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Year: 2018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3EAE96-51C1-266B-FA56-D4F8743A3F72}"/>
                </a:ext>
              </a:extLst>
            </p:cNvPr>
            <p:cNvSpPr/>
            <p:nvPr/>
          </p:nvSpPr>
          <p:spPr>
            <a:xfrm>
              <a:off x="6706003" y="4500631"/>
              <a:ext cx="496322" cy="129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9BD77CF-98D4-A54E-1352-0571A06E0A57}"/>
                </a:ext>
              </a:extLst>
            </p:cNvPr>
            <p:cNvCxnSpPr>
              <a:cxnSpLocks/>
              <a:stCxn id="19" idx="4"/>
            </p:cNvCxnSpPr>
            <p:nvPr/>
          </p:nvCxnSpPr>
          <p:spPr>
            <a:xfrm>
              <a:off x="8941926" y="1832202"/>
              <a:ext cx="322112" cy="809831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5803488-B1F0-5A10-1449-12E8BDD17E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1284" y="2505017"/>
              <a:ext cx="132360" cy="165289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6BF1C619-2969-C851-2795-D969F959B26B}"/>
                </a:ext>
              </a:extLst>
            </p:cNvPr>
            <p:cNvCxnSpPr>
              <a:cxnSpLocks/>
            </p:cNvCxnSpPr>
            <p:nvPr/>
          </p:nvCxnSpPr>
          <p:spPr>
            <a:xfrm>
              <a:off x="9390890" y="2511434"/>
              <a:ext cx="66305" cy="234046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846CBEB-8A49-CC5F-E48B-55E191D6A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7195" y="2587661"/>
              <a:ext cx="99958" cy="157819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2963702-1605-474B-54BB-7C3B464C4E22}"/>
                </a:ext>
              </a:extLst>
            </p:cNvPr>
            <p:cNvCxnSpPr>
              <a:cxnSpLocks/>
            </p:cNvCxnSpPr>
            <p:nvPr/>
          </p:nvCxnSpPr>
          <p:spPr>
            <a:xfrm>
              <a:off x="9557153" y="2599211"/>
              <a:ext cx="83735" cy="186271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E1D639F7-2886-F30B-E7C9-22EB89203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6497" y="2628457"/>
              <a:ext cx="84349" cy="166550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08D05A6-FCBC-AEAE-6E1F-5A27E209A1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6549" y="2422846"/>
              <a:ext cx="48801" cy="205611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1" name="Straight Arrow Connector 2050">
              <a:extLst>
                <a:ext uri="{FF2B5EF4-FFF2-40B4-BE49-F238E27FC236}">
                  <a16:creationId xmlns:a16="http://schemas.microsoft.com/office/drawing/2014/main" id="{A5019968-4FB6-F1B1-9D2D-A4C86395B11C}"/>
                </a:ext>
              </a:extLst>
            </p:cNvPr>
            <p:cNvCxnSpPr>
              <a:cxnSpLocks/>
            </p:cNvCxnSpPr>
            <p:nvPr/>
          </p:nvCxnSpPr>
          <p:spPr>
            <a:xfrm>
              <a:off x="9785350" y="2422846"/>
              <a:ext cx="66539" cy="348276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Arrow Connector 2053">
              <a:extLst>
                <a:ext uri="{FF2B5EF4-FFF2-40B4-BE49-F238E27FC236}">
                  <a16:creationId xmlns:a16="http://schemas.microsoft.com/office/drawing/2014/main" id="{A8040F87-65F3-246F-5978-5D3B760088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1550" y="2553491"/>
              <a:ext cx="304800" cy="217631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Arrow Connector 2056">
              <a:extLst>
                <a:ext uri="{FF2B5EF4-FFF2-40B4-BE49-F238E27FC236}">
                  <a16:creationId xmlns:a16="http://schemas.microsoft.com/office/drawing/2014/main" id="{BDB0CBBF-F91C-C839-9835-6629B7813CF2}"/>
                </a:ext>
              </a:extLst>
            </p:cNvPr>
            <p:cNvCxnSpPr>
              <a:cxnSpLocks/>
            </p:cNvCxnSpPr>
            <p:nvPr/>
          </p:nvCxnSpPr>
          <p:spPr>
            <a:xfrm>
              <a:off x="10176011" y="2567995"/>
              <a:ext cx="81850" cy="163512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0" name="Straight Arrow Connector 2059">
              <a:extLst>
                <a:ext uri="{FF2B5EF4-FFF2-40B4-BE49-F238E27FC236}">
                  <a16:creationId xmlns:a16="http://schemas.microsoft.com/office/drawing/2014/main" id="{355BF877-0F71-1406-4C69-E4462E2567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3337" y="2596984"/>
              <a:ext cx="100745" cy="134523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Arrow Connector 2065">
              <a:extLst>
                <a:ext uri="{FF2B5EF4-FFF2-40B4-BE49-F238E27FC236}">
                  <a16:creationId xmlns:a16="http://schemas.microsoft.com/office/drawing/2014/main" id="{C1CB151D-C14D-12E2-CD34-60AADFDA18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368" y="2331401"/>
              <a:ext cx="293520" cy="256042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Arrow Connector 2068">
              <a:extLst>
                <a:ext uri="{FF2B5EF4-FFF2-40B4-BE49-F238E27FC236}">
                  <a16:creationId xmlns:a16="http://schemas.microsoft.com/office/drawing/2014/main" id="{EE3056AF-60F8-F8A2-5DE4-A4F9C56B6D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52527" y="2331401"/>
              <a:ext cx="99157" cy="173616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Arrow Connector 2073">
              <a:extLst>
                <a:ext uri="{FF2B5EF4-FFF2-40B4-BE49-F238E27FC236}">
                  <a16:creationId xmlns:a16="http://schemas.microsoft.com/office/drawing/2014/main" id="{60184478-4527-EA8B-E4FE-D3DC78DB9139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>
              <a:off x="10556525" y="2505017"/>
              <a:ext cx="170614" cy="2754"/>
            </a:xfrm>
            <a:prstGeom prst="straightConnector1">
              <a:avLst/>
            </a:prstGeom>
            <a:ln>
              <a:solidFill>
                <a:srgbClr val="92D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Arrow Connector 2076">
              <a:extLst>
                <a:ext uri="{FF2B5EF4-FFF2-40B4-BE49-F238E27FC236}">
                  <a16:creationId xmlns:a16="http://schemas.microsoft.com/office/drawing/2014/main" id="{EB239401-27EC-23CB-136F-F125D2AFB1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65428" y="1961466"/>
              <a:ext cx="106896" cy="19966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0" name="Straight Arrow Connector 2079">
              <a:extLst>
                <a:ext uri="{FF2B5EF4-FFF2-40B4-BE49-F238E27FC236}">
                  <a16:creationId xmlns:a16="http://schemas.microsoft.com/office/drawing/2014/main" id="{D229AFBA-A0F7-9649-9A13-8669A0047E98}"/>
                </a:ext>
              </a:extLst>
            </p:cNvPr>
            <p:cNvCxnSpPr>
              <a:cxnSpLocks/>
            </p:cNvCxnSpPr>
            <p:nvPr/>
          </p:nvCxnSpPr>
          <p:spPr>
            <a:xfrm>
              <a:off x="8865428" y="1978625"/>
              <a:ext cx="104193" cy="17948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Arrow Connector 2082">
              <a:extLst>
                <a:ext uri="{FF2B5EF4-FFF2-40B4-BE49-F238E27FC236}">
                  <a16:creationId xmlns:a16="http://schemas.microsoft.com/office/drawing/2014/main" id="{8295E037-DE8A-257D-301D-AE665B8245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17524" y="2169119"/>
              <a:ext cx="63426" cy="246982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Arrow Connector 2085">
              <a:extLst>
                <a:ext uri="{FF2B5EF4-FFF2-40B4-BE49-F238E27FC236}">
                  <a16:creationId xmlns:a16="http://schemas.microsoft.com/office/drawing/2014/main" id="{18691E09-4EF4-12A2-2892-77698A8EE4EC}"/>
                </a:ext>
              </a:extLst>
            </p:cNvPr>
            <p:cNvCxnSpPr>
              <a:cxnSpLocks/>
            </p:cNvCxnSpPr>
            <p:nvPr/>
          </p:nvCxnSpPr>
          <p:spPr>
            <a:xfrm>
              <a:off x="8918876" y="2416101"/>
              <a:ext cx="105828" cy="123459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Straight Arrow Connector 2088">
              <a:extLst>
                <a:ext uri="{FF2B5EF4-FFF2-40B4-BE49-F238E27FC236}">
                  <a16:creationId xmlns:a16="http://schemas.microsoft.com/office/drawing/2014/main" id="{D96508DB-01E5-6290-CC6E-F45094F19D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4365" y="2416101"/>
              <a:ext cx="163368" cy="130139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Arrow Connector 2091">
              <a:extLst>
                <a:ext uri="{FF2B5EF4-FFF2-40B4-BE49-F238E27FC236}">
                  <a16:creationId xmlns:a16="http://schemas.microsoft.com/office/drawing/2014/main" id="{B0763C76-EDDA-B8EF-F5BC-6341D80F9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7153" y="2364417"/>
              <a:ext cx="435522" cy="847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Straight Arrow Connector 2094">
              <a:extLst>
                <a:ext uri="{FF2B5EF4-FFF2-40B4-BE49-F238E27FC236}">
                  <a16:creationId xmlns:a16="http://schemas.microsoft.com/office/drawing/2014/main" id="{A12C1EE1-4FE4-2149-3DA5-517952E552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7730" y="2377283"/>
              <a:ext cx="314555" cy="33284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Arrow Connector 2097">
              <a:extLst>
                <a:ext uri="{FF2B5EF4-FFF2-40B4-BE49-F238E27FC236}">
                  <a16:creationId xmlns:a16="http://schemas.microsoft.com/office/drawing/2014/main" id="{51046F41-DA33-3705-6420-0E6EF80BC6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29706" y="2372887"/>
              <a:ext cx="84244" cy="173353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Arrow Connector 2101">
              <a:extLst>
                <a:ext uri="{FF2B5EF4-FFF2-40B4-BE49-F238E27FC236}">
                  <a16:creationId xmlns:a16="http://schemas.microsoft.com/office/drawing/2014/main" id="{B7C0C159-46C5-BF42-01EE-64642BC6935A}"/>
                </a:ext>
              </a:extLst>
            </p:cNvPr>
            <p:cNvCxnSpPr>
              <a:cxnSpLocks/>
            </p:cNvCxnSpPr>
            <p:nvPr/>
          </p:nvCxnSpPr>
          <p:spPr>
            <a:xfrm>
              <a:off x="9927846" y="2553491"/>
              <a:ext cx="126019" cy="338354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Straight Arrow Connector 2106">
              <a:extLst>
                <a:ext uri="{FF2B5EF4-FFF2-40B4-BE49-F238E27FC236}">
                  <a16:creationId xmlns:a16="http://schemas.microsoft.com/office/drawing/2014/main" id="{E757E2BE-7F02-7AA9-6766-6EFCB5585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7098" y="2692346"/>
              <a:ext cx="22415" cy="178557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Arrow Connector 2109">
              <a:extLst>
                <a:ext uri="{FF2B5EF4-FFF2-40B4-BE49-F238E27FC236}">
                  <a16:creationId xmlns:a16="http://schemas.microsoft.com/office/drawing/2014/main" id="{97F5CC74-512C-9EB4-F6E2-B14B721779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2005" y="2553491"/>
              <a:ext cx="97367" cy="138855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Arrow Connector 2112">
              <a:extLst>
                <a:ext uri="{FF2B5EF4-FFF2-40B4-BE49-F238E27FC236}">
                  <a16:creationId xmlns:a16="http://schemas.microsoft.com/office/drawing/2014/main" id="{925EB332-9A89-6D16-69CB-D60D3A204A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70348" y="2386662"/>
              <a:ext cx="219182" cy="166829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7" name="Straight Arrow Connector 2116">
              <a:extLst>
                <a:ext uri="{FF2B5EF4-FFF2-40B4-BE49-F238E27FC236}">
                  <a16:creationId xmlns:a16="http://schemas.microsoft.com/office/drawing/2014/main" id="{E67B3211-AF82-9EE3-0198-58CB7ED097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4579" y="4181281"/>
              <a:ext cx="148821" cy="119682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Arrow Connector 2119">
              <a:extLst>
                <a:ext uri="{FF2B5EF4-FFF2-40B4-BE49-F238E27FC236}">
                  <a16:creationId xmlns:a16="http://schemas.microsoft.com/office/drawing/2014/main" id="{D40A9DFD-F779-D912-6D2B-63D04C9D4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7452" y="4010297"/>
              <a:ext cx="25948" cy="170984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Arrow Connector 2122">
              <a:extLst>
                <a:ext uri="{FF2B5EF4-FFF2-40B4-BE49-F238E27FC236}">
                  <a16:creationId xmlns:a16="http://schemas.microsoft.com/office/drawing/2014/main" id="{87F9863F-9366-CE6E-E421-C556DEDCEA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8859" y="4009311"/>
              <a:ext cx="194541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7" name="Straight Arrow Connector 2126">
              <a:extLst>
                <a:ext uri="{FF2B5EF4-FFF2-40B4-BE49-F238E27FC236}">
                  <a16:creationId xmlns:a16="http://schemas.microsoft.com/office/drawing/2014/main" id="{9B2C56DF-6C28-2C02-B183-9B906CD7A0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0218" y="4023964"/>
              <a:ext cx="118641" cy="101876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Arrow Connector 2129">
              <a:extLst>
                <a:ext uri="{FF2B5EF4-FFF2-40B4-BE49-F238E27FC236}">
                  <a16:creationId xmlns:a16="http://schemas.microsoft.com/office/drawing/2014/main" id="{F355413E-D33C-503E-E1D1-3712926061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9906" y="4140492"/>
              <a:ext cx="210312" cy="5397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Arrow Connector 2132">
              <a:extLst>
                <a:ext uri="{FF2B5EF4-FFF2-40B4-BE49-F238E27FC236}">
                  <a16:creationId xmlns:a16="http://schemas.microsoft.com/office/drawing/2014/main" id="{B041B83F-A08B-A8CE-2F3F-1D6B83FF0C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9050" y="3913319"/>
              <a:ext cx="122385" cy="22395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Arrow Connector 2135">
              <a:extLst>
                <a:ext uri="{FF2B5EF4-FFF2-40B4-BE49-F238E27FC236}">
                  <a16:creationId xmlns:a16="http://schemas.microsoft.com/office/drawing/2014/main" id="{6C3C206C-54F0-48C6-A901-4A49A5198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1123" y="3923099"/>
              <a:ext cx="198359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Arrow Connector 2138">
              <a:extLst>
                <a:ext uri="{FF2B5EF4-FFF2-40B4-BE49-F238E27FC236}">
                  <a16:creationId xmlns:a16="http://schemas.microsoft.com/office/drawing/2014/main" id="{C263816C-65B2-FD63-4BB0-791C427C48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64146" y="3269154"/>
              <a:ext cx="286977" cy="653945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2" name="Straight Arrow Connector 2141">
              <a:extLst>
                <a:ext uri="{FF2B5EF4-FFF2-40B4-BE49-F238E27FC236}">
                  <a16:creationId xmlns:a16="http://schemas.microsoft.com/office/drawing/2014/main" id="{6D2374C3-CDD4-C8C4-8E22-F9835E70DC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8593" y="3178654"/>
              <a:ext cx="172226" cy="90489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Straight Arrow Connector 2144">
              <a:extLst>
                <a:ext uri="{FF2B5EF4-FFF2-40B4-BE49-F238E27FC236}">
                  <a16:creationId xmlns:a16="http://schemas.microsoft.com/office/drawing/2014/main" id="{3E2290E5-4F80-BB1D-D65C-D7F77B0F43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8666" y="3178643"/>
              <a:ext cx="34124" cy="198183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9" name="Straight Arrow Connector 2148">
              <a:extLst>
                <a:ext uri="{FF2B5EF4-FFF2-40B4-BE49-F238E27FC236}">
                  <a16:creationId xmlns:a16="http://schemas.microsoft.com/office/drawing/2014/main" id="{BF3F443D-D8A2-1474-C7E3-4D81DFA21B14}"/>
                </a:ext>
              </a:extLst>
            </p:cNvPr>
            <p:cNvCxnSpPr>
              <a:cxnSpLocks/>
              <a:endCxn id="23" idx="3"/>
            </p:cNvCxnSpPr>
            <p:nvPr/>
          </p:nvCxnSpPr>
          <p:spPr>
            <a:xfrm flipH="1">
              <a:off x="6885999" y="3376826"/>
              <a:ext cx="172011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52" name="Rectangle 2151">
              <a:extLst>
                <a:ext uri="{FF2B5EF4-FFF2-40B4-BE49-F238E27FC236}">
                  <a16:creationId xmlns:a16="http://schemas.microsoft.com/office/drawing/2014/main" id="{4543DA67-C4D4-9904-AFB0-2421200438E2}"/>
                </a:ext>
              </a:extLst>
            </p:cNvPr>
            <p:cNvSpPr/>
            <p:nvPr/>
          </p:nvSpPr>
          <p:spPr>
            <a:xfrm>
              <a:off x="6656806" y="1434407"/>
              <a:ext cx="4283443" cy="322538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153" name="Straight Arrow Connector 2152">
              <a:extLst>
                <a:ext uri="{FF2B5EF4-FFF2-40B4-BE49-F238E27FC236}">
                  <a16:creationId xmlns:a16="http://schemas.microsoft.com/office/drawing/2014/main" id="{03A1D9E7-36C4-A36C-04DF-F9CA546B7F39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V="1">
              <a:off x="8639175" y="3362948"/>
              <a:ext cx="0" cy="15834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Arrow Connector 2156">
              <a:extLst>
                <a:ext uri="{FF2B5EF4-FFF2-40B4-BE49-F238E27FC236}">
                  <a16:creationId xmlns:a16="http://schemas.microsoft.com/office/drawing/2014/main" id="{F3BA81D8-AAEF-7A2B-6600-11DDE0987E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5073" y="3376826"/>
              <a:ext cx="214102" cy="3463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Arrow Connector 2160">
              <a:extLst>
                <a:ext uri="{FF2B5EF4-FFF2-40B4-BE49-F238E27FC236}">
                  <a16:creationId xmlns:a16="http://schemas.microsoft.com/office/drawing/2014/main" id="{8A498FD5-7363-C4A6-035F-FF51E9B7DD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6921" y="3418145"/>
              <a:ext cx="18152" cy="190119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Straight Arrow Connector 2163">
              <a:extLst>
                <a:ext uri="{FF2B5EF4-FFF2-40B4-BE49-F238E27FC236}">
                  <a16:creationId xmlns:a16="http://schemas.microsoft.com/office/drawing/2014/main" id="{66939A08-7C06-AF35-B4F8-8D4CBAF1FF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08684" y="3570545"/>
              <a:ext cx="198237" cy="37719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Arrow Connector 2166">
              <a:extLst>
                <a:ext uri="{FF2B5EF4-FFF2-40B4-BE49-F238E27FC236}">
                  <a16:creationId xmlns:a16="http://schemas.microsoft.com/office/drawing/2014/main" id="{95B7D62E-BC77-CECB-7000-60A1835223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78989" y="3437671"/>
              <a:ext cx="129695" cy="12796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Straight Arrow Connector 2169">
              <a:extLst>
                <a:ext uri="{FF2B5EF4-FFF2-40B4-BE49-F238E27FC236}">
                  <a16:creationId xmlns:a16="http://schemas.microsoft.com/office/drawing/2014/main" id="{DA10D709-6527-D655-DE73-656BFA096F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7315" y="3427945"/>
              <a:ext cx="131671" cy="110773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3" name="Straight Arrow Connector 2172">
              <a:extLst>
                <a:ext uri="{FF2B5EF4-FFF2-40B4-BE49-F238E27FC236}">
                  <a16:creationId xmlns:a16="http://schemas.microsoft.com/office/drawing/2014/main" id="{50F65327-79D0-CE0B-0A1D-79BDCAE41C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32479" y="3223898"/>
              <a:ext cx="196791" cy="321347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6" name="Straight Arrow Connector 2175">
              <a:extLst>
                <a:ext uri="{FF2B5EF4-FFF2-40B4-BE49-F238E27FC236}">
                  <a16:creationId xmlns:a16="http://schemas.microsoft.com/office/drawing/2014/main" id="{BF4E5031-6B51-C8D3-BF42-8F4CA65FF3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8351" y="3218990"/>
              <a:ext cx="51154" cy="389274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0" name="Straight Arrow Connector 2179">
              <a:extLst>
                <a:ext uri="{FF2B5EF4-FFF2-40B4-BE49-F238E27FC236}">
                  <a16:creationId xmlns:a16="http://schemas.microsoft.com/office/drawing/2014/main" id="{412ECFA9-71FD-CD4D-CBD8-7614E1DF6A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84842" y="3608264"/>
              <a:ext cx="173093" cy="1832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4" name="Straight Arrow Connector 2183">
              <a:extLst>
                <a:ext uri="{FF2B5EF4-FFF2-40B4-BE49-F238E27FC236}">
                  <a16:creationId xmlns:a16="http://schemas.microsoft.com/office/drawing/2014/main" id="{0B01F3F0-3BE1-EA95-2C57-CDE8310D0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4297" y="3537693"/>
              <a:ext cx="161164" cy="8035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7" name="Straight Arrow Connector 2186">
              <a:extLst>
                <a:ext uri="{FF2B5EF4-FFF2-40B4-BE49-F238E27FC236}">
                  <a16:creationId xmlns:a16="http://schemas.microsoft.com/office/drawing/2014/main" id="{E3472779-2C4F-0F7C-9266-3A1C2270B3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0496" y="3535700"/>
              <a:ext cx="223801" cy="274749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0" name="Straight Arrow Connector 2189">
              <a:extLst>
                <a:ext uri="{FF2B5EF4-FFF2-40B4-BE49-F238E27FC236}">
                  <a16:creationId xmlns:a16="http://schemas.microsoft.com/office/drawing/2014/main" id="{71DDE56C-070D-154F-7D5C-793825AECB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0076" y="3019072"/>
              <a:ext cx="0" cy="145452"/>
            </a:xfrm>
            <a:prstGeom prst="straightConnector1">
              <a:avLst/>
            </a:prstGeom>
            <a:ln>
              <a:solidFill>
                <a:srgbClr val="FFA9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4" name="Straight Arrow Connector 2193">
              <a:extLst>
                <a:ext uri="{FF2B5EF4-FFF2-40B4-BE49-F238E27FC236}">
                  <a16:creationId xmlns:a16="http://schemas.microsoft.com/office/drawing/2014/main" id="{C9A86E5E-F60D-B675-FD2A-C0C7FC0843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2730" y="3095146"/>
              <a:ext cx="217346" cy="27737"/>
            </a:xfrm>
            <a:prstGeom prst="straightConnector1">
              <a:avLst/>
            </a:prstGeom>
            <a:ln>
              <a:solidFill>
                <a:srgbClr val="FFA9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8" name="Straight Arrow Connector 2197">
              <a:extLst>
                <a:ext uri="{FF2B5EF4-FFF2-40B4-BE49-F238E27FC236}">
                  <a16:creationId xmlns:a16="http://schemas.microsoft.com/office/drawing/2014/main" id="{32A72550-8A1E-8481-47E3-DD43C27A38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4826" y="3095146"/>
              <a:ext cx="23106" cy="180689"/>
            </a:xfrm>
            <a:prstGeom prst="straightConnector1">
              <a:avLst/>
            </a:prstGeom>
            <a:ln>
              <a:solidFill>
                <a:srgbClr val="FFA9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1" name="Straight Arrow Connector 2200">
              <a:extLst>
                <a:ext uri="{FF2B5EF4-FFF2-40B4-BE49-F238E27FC236}">
                  <a16:creationId xmlns:a16="http://schemas.microsoft.com/office/drawing/2014/main" id="{AACB250A-353B-0F61-D2F6-612D3BBA7D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8774" y="3185490"/>
              <a:ext cx="202626" cy="99574"/>
            </a:xfrm>
            <a:prstGeom prst="straightConnector1">
              <a:avLst/>
            </a:prstGeom>
            <a:ln>
              <a:solidFill>
                <a:srgbClr val="FFA9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4" name="Straight Arrow Connector 2203">
              <a:extLst>
                <a:ext uri="{FF2B5EF4-FFF2-40B4-BE49-F238E27FC236}">
                  <a16:creationId xmlns:a16="http://schemas.microsoft.com/office/drawing/2014/main" id="{8C0FEE33-FE2B-DCA1-062A-0DBE397470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6718" y="3190878"/>
              <a:ext cx="140319" cy="151133"/>
            </a:xfrm>
            <a:prstGeom prst="straightConnector1">
              <a:avLst/>
            </a:prstGeom>
            <a:ln>
              <a:solidFill>
                <a:srgbClr val="FFA9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B81D456-8EDD-B09B-2629-4568B1083B8E}"/>
                </a:ext>
              </a:extLst>
            </p:cNvPr>
            <p:cNvSpPr/>
            <p:nvPr/>
          </p:nvSpPr>
          <p:spPr>
            <a:xfrm>
              <a:off x="8428759" y="3164524"/>
              <a:ext cx="91440" cy="91440"/>
            </a:xfrm>
            <a:prstGeom prst="ellipse">
              <a:avLst/>
            </a:prstGeom>
            <a:solidFill>
              <a:srgbClr val="FFA95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09" name="Straight Arrow Connector 2208">
              <a:extLst>
                <a:ext uri="{FF2B5EF4-FFF2-40B4-BE49-F238E27FC236}">
                  <a16:creationId xmlns:a16="http://schemas.microsoft.com/office/drawing/2014/main" id="{6FAAD8F6-09BF-8E12-CF3B-B3A8A16FA5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05350" y="3341509"/>
              <a:ext cx="181368" cy="67688"/>
            </a:xfrm>
            <a:prstGeom prst="straightConnector1">
              <a:avLst/>
            </a:prstGeom>
            <a:ln>
              <a:solidFill>
                <a:srgbClr val="FFA9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3" name="Straight Arrow Connector 2212">
              <a:extLst>
                <a:ext uri="{FF2B5EF4-FFF2-40B4-BE49-F238E27FC236}">
                  <a16:creationId xmlns:a16="http://schemas.microsoft.com/office/drawing/2014/main" id="{CED5CC97-F09D-E350-2038-CE1C4D102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09323" y="3409588"/>
              <a:ext cx="190919" cy="3705"/>
            </a:xfrm>
            <a:prstGeom prst="straightConnector1">
              <a:avLst/>
            </a:prstGeom>
            <a:ln>
              <a:solidFill>
                <a:srgbClr val="FFA9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Straight Arrow Connector 2215">
              <a:extLst>
                <a:ext uri="{FF2B5EF4-FFF2-40B4-BE49-F238E27FC236}">
                  <a16:creationId xmlns:a16="http://schemas.microsoft.com/office/drawing/2014/main" id="{95BFDC4B-5A29-6F28-EEB0-3FECBAADAC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21830" y="3418145"/>
              <a:ext cx="178829" cy="311587"/>
            </a:xfrm>
            <a:prstGeom prst="straightConnector1">
              <a:avLst/>
            </a:prstGeom>
            <a:ln>
              <a:solidFill>
                <a:srgbClr val="FFA9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0" name="Straight Arrow Connector 2219">
              <a:extLst>
                <a:ext uri="{FF2B5EF4-FFF2-40B4-BE49-F238E27FC236}">
                  <a16:creationId xmlns:a16="http://schemas.microsoft.com/office/drawing/2014/main" id="{5F867BDD-2458-5AD6-0AA0-D7296F45C5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57334" y="3645763"/>
              <a:ext cx="159126" cy="89939"/>
            </a:xfrm>
            <a:prstGeom prst="straightConnector1">
              <a:avLst/>
            </a:prstGeom>
            <a:ln>
              <a:solidFill>
                <a:srgbClr val="FFA9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4" name="Straight Arrow Connector 2223">
              <a:extLst>
                <a:ext uri="{FF2B5EF4-FFF2-40B4-BE49-F238E27FC236}">
                  <a16:creationId xmlns:a16="http://schemas.microsoft.com/office/drawing/2014/main" id="{2A06B6B2-2C3B-29D6-80D1-343B91FE9994}"/>
                </a:ext>
              </a:extLst>
            </p:cNvPr>
            <p:cNvCxnSpPr>
              <a:cxnSpLocks/>
              <a:endCxn id="14" idx="3"/>
            </p:cNvCxnSpPr>
            <p:nvPr/>
          </p:nvCxnSpPr>
          <p:spPr>
            <a:xfrm flipH="1">
              <a:off x="6963553" y="3639775"/>
              <a:ext cx="181356" cy="18674"/>
            </a:xfrm>
            <a:prstGeom prst="straightConnector1">
              <a:avLst/>
            </a:prstGeom>
            <a:ln>
              <a:solidFill>
                <a:srgbClr val="FFA95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7" name="TextBox 2226">
              <a:extLst>
                <a:ext uri="{FF2B5EF4-FFF2-40B4-BE49-F238E27FC236}">
                  <a16:creationId xmlns:a16="http://schemas.microsoft.com/office/drawing/2014/main" id="{5D9F43A1-ACA6-9A91-BF80-BBEE43DD020F}"/>
                </a:ext>
              </a:extLst>
            </p:cNvPr>
            <p:cNvSpPr txBox="1"/>
            <p:nvPr/>
          </p:nvSpPr>
          <p:spPr>
            <a:xfrm>
              <a:off x="6616879" y="4639243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-60</a:t>
              </a:r>
            </a:p>
          </p:txBody>
        </p:sp>
        <p:sp>
          <p:nvSpPr>
            <p:cNvPr id="2228" name="TextBox 2227">
              <a:extLst>
                <a:ext uri="{FF2B5EF4-FFF2-40B4-BE49-F238E27FC236}">
                  <a16:creationId xmlns:a16="http://schemas.microsoft.com/office/drawing/2014/main" id="{BCC942C1-34DB-DFEB-4496-75099EB5DD53}"/>
                </a:ext>
              </a:extLst>
            </p:cNvPr>
            <p:cNvSpPr txBox="1"/>
            <p:nvPr/>
          </p:nvSpPr>
          <p:spPr>
            <a:xfrm>
              <a:off x="7181735" y="4628377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-40</a:t>
              </a:r>
            </a:p>
          </p:txBody>
        </p:sp>
        <p:sp>
          <p:nvSpPr>
            <p:cNvPr id="2229" name="TextBox 2228">
              <a:extLst>
                <a:ext uri="{FF2B5EF4-FFF2-40B4-BE49-F238E27FC236}">
                  <a16:creationId xmlns:a16="http://schemas.microsoft.com/office/drawing/2014/main" id="{AC68A234-3272-3345-62C5-EB3FB9AE1393}"/>
                </a:ext>
              </a:extLst>
            </p:cNvPr>
            <p:cNvSpPr txBox="1"/>
            <p:nvPr/>
          </p:nvSpPr>
          <p:spPr>
            <a:xfrm>
              <a:off x="7761435" y="4630296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-20</a:t>
              </a:r>
            </a:p>
          </p:txBody>
        </p:sp>
        <p:sp>
          <p:nvSpPr>
            <p:cNvPr id="2230" name="TextBox 2229">
              <a:extLst>
                <a:ext uri="{FF2B5EF4-FFF2-40B4-BE49-F238E27FC236}">
                  <a16:creationId xmlns:a16="http://schemas.microsoft.com/office/drawing/2014/main" id="{09839D7A-0001-A93C-EFB8-B965C5518FCB}"/>
                </a:ext>
              </a:extLst>
            </p:cNvPr>
            <p:cNvSpPr txBox="1"/>
            <p:nvPr/>
          </p:nvSpPr>
          <p:spPr>
            <a:xfrm>
              <a:off x="8895677" y="4626825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2231" name="TextBox 2230">
              <a:extLst>
                <a:ext uri="{FF2B5EF4-FFF2-40B4-BE49-F238E27FC236}">
                  <a16:creationId xmlns:a16="http://schemas.microsoft.com/office/drawing/2014/main" id="{DD1AF8BB-2A71-796D-128A-3E247F69A022}"/>
                </a:ext>
              </a:extLst>
            </p:cNvPr>
            <p:cNvSpPr txBox="1"/>
            <p:nvPr/>
          </p:nvSpPr>
          <p:spPr>
            <a:xfrm>
              <a:off x="9496059" y="4631025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40</a:t>
              </a:r>
            </a:p>
          </p:txBody>
        </p:sp>
        <p:sp>
          <p:nvSpPr>
            <p:cNvPr id="2232" name="TextBox 2231">
              <a:extLst>
                <a:ext uri="{FF2B5EF4-FFF2-40B4-BE49-F238E27FC236}">
                  <a16:creationId xmlns:a16="http://schemas.microsoft.com/office/drawing/2014/main" id="{9B617F24-7BD6-4FC3-51E1-B3EC6DE9F260}"/>
                </a:ext>
              </a:extLst>
            </p:cNvPr>
            <p:cNvSpPr txBox="1"/>
            <p:nvPr/>
          </p:nvSpPr>
          <p:spPr>
            <a:xfrm>
              <a:off x="10097815" y="4630287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60</a:t>
              </a:r>
            </a:p>
          </p:txBody>
        </p:sp>
        <p:sp>
          <p:nvSpPr>
            <p:cNvPr id="2233" name="TextBox 2232">
              <a:extLst>
                <a:ext uri="{FF2B5EF4-FFF2-40B4-BE49-F238E27FC236}">
                  <a16:creationId xmlns:a16="http://schemas.microsoft.com/office/drawing/2014/main" id="{8ED1D5AE-2A60-EB11-B4CD-6AE03A732C79}"/>
                </a:ext>
              </a:extLst>
            </p:cNvPr>
            <p:cNvSpPr txBox="1"/>
            <p:nvPr/>
          </p:nvSpPr>
          <p:spPr>
            <a:xfrm>
              <a:off x="10672346" y="4619808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80</a:t>
              </a:r>
            </a:p>
          </p:txBody>
        </p:sp>
        <p:sp>
          <p:nvSpPr>
            <p:cNvPr id="2234" name="TextBox 2233">
              <a:extLst>
                <a:ext uri="{FF2B5EF4-FFF2-40B4-BE49-F238E27FC236}">
                  <a16:creationId xmlns:a16="http://schemas.microsoft.com/office/drawing/2014/main" id="{B30F7DB8-6FDA-0CCD-ACA9-0D90FF5FE9E0}"/>
                </a:ext>
              </a:extLst>
            </p:cNvPr>
            <p:cNvSpPr txBox="1"/>
            <p:nvPr/>
          </p:nvSpPr>
          <p:spPr>
            <a:xfrm>
              <a:off x="8332856" y="4623248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235" name="TextBox 2234">
              <a:extLst>
                <a:ext uri="{FF2B5EF4-FFF2-40B4-BE49-F238E27FC236}">
                  <a16:creationId xmlns:a16="http://schemas.microsoft.com/office/drawing/2014/main" id="{54975D5F-5A65-5EDE-B15E-6C42AFA4F554}"/>
                </a:ext>
              </a:extLst>
            </p:cNvPr>
            <p:cNvSpPr txBox="1"/>
            <p:nvPr/>
          </p:nvSpPr>
          <p:spPr>
            <a:xfrm>
              <a:off x="6314512" y="4482573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-40</a:t>
              </a:r>
            </a:p>
          </p:txBody>
        </p:sp>
        <p:sp>
          <p:nvSpPr>
            <p:cNvPr id="2236" name="TextBox 2235">
              <a:extLst>
                <a:ext uri="{FF2B5EF4-FFF2-40B4-BE49-F238E27FC236}">
                  <a16:creationId xmlns:a16="http://schemas.microsoft.com/office/drawing/2014/main" id="{9D82C1F8-D243-C23D-B1DF-89C028E705F0}"/>
                </a:ext>
              </a:extLst>
            </p:cNvPr>
            <p:cNvSpPr txBox="1"/>
            <p:nvPr/>
          </p:nvSpPr>
          <p:spPr>
            <a:xfrm>
              <a:off x="6323164" y="3901889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-20</a:t>
              </a:r>
            </a:p>
          </p:txBody>
        </p:sp>
        <p:sp>
          <p:nvSpPr>
            <p:cNvPr id="2237" name="TextBox 2236">
              <a:extLst>
                <a:ext uri="{FF2B5EF4-FFF2-40B4-BE49-F238E27FC236}">
                  <a16:creationId xmlns:a16="http://schemas.microsoft.com/office/drawing/2014/main" id="{2990D257-72C3-F268-FA1E-D3B8B6EE2CDF}"/>
                </a:ext>
              </a:extLst>
            </p:cNvPr>
            <p:cNvSpPr txBox="1"/>
            <p:nvPr/>
          </p:nvSpPr>
          <p:spPr>
            <a:xfrm>
              <a:off x="6368802" y="3319127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238" name="TextBox 2237">
              <a:extLst>
                <a:ext uri="{FF2B5EF4-FFF2-40B4-BE49-F238E27FC236}">
                  <a16:creationId xmlns:a16="http://schemas.microsoft.com/office/drawing/2014/main" id="{2222B26D-D1E4-6C9B-DFF8-834C2A3EA6FA}"/>
                </a:ext>
              </a:extLst>
            </p:cNvPr>
            <p:cNvSpPr txBox="1"/>
            <p:nvPr/>
          </p:nvSpPr>
          <p:spPr>
            <a:xfrm>
              <a:off x="6332790" y="2731507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2239" name="TextBox 2238">
              <a:extLst>
                <a:ext uri="{FF2B5EF4-FFF2-40B4-BE49-F238E27FC236}">
                  <a16:creationId xmlns:a16="http://schemas.microsoft.com/office/drawing/2014/main" id="{BFDC22A4-2DDC-8294-647A-EB8D37A52615}"/>
                </a:ext>
              </a:extLst>
            </p:cNvPr>
            <p:cNvSpPr txBox="1"/>
            <p:nvPr/>
          </p:nvSpPr>
          <p:spPr>
            <a:xfrm>
              <a:off x="6325751" y="2147181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40</a:t>
              </a:r>
            </a:p>
          </p:txBody>
        </p:sp>
        <p:sp>
          <p:nvSpPr>
            <p:cNvPr id="2240" name="TextBox 2239">
              <a:extLst>
                <a:ext uri="{FF2B5EF4-FFF2-40B4-BE49-F238E27FC236}">
                  <a16:creationId xmlns:a16="http://schemas.microsoft.com/office/drawing/2014/main" id="{A775F34C-43F7-8611-046C-79B802566A12}"/>
                </a:ext>
              </a:extLst>
            </p:cNvPr>
            <p:cNvSpPr txBox="1"/>
            <p:nvPr/>
          </p:nvSpPr>
          <p:spPr>
            <a:xfrm>
              <a:off x="6323509" y="1553904"/>
              <a:ext cx="431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60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51E10B1-DD98-EC58-BF02-259E7AE1A364}"/>
                </a:ext>
              </a:extLst>
            </p:cNvPr>
            <p:cNvSpPr/>
            <p:nvPr/>
          </p:nvSpPr>
          <p:spPr>
            <a:xfrm>
              <a:off x="8983978" y="1903659"/>
              <a:ext cx="91440" cy="9144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2590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07">
            <a:extLst>
              <a:ext uri="{FF2B5EF4-FFF2-40B4-BE49-F238E27FC236}">
                <a16:creationId xmlns:a16="http://schemas.microsoft.com/office/drawing/2014/main" id="{D2BB563F-7DD5-DBA8-B550-4761CCD12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453" y="1252813"/>
            <a:ext cx="3531309" cy="2718346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1E2D1F06-1E71-C9F9-1F84-1F3E2E398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79" y="1252813"/>
            <a:ext cx="5498674" cy="257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27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Widescreen</PresentationFormat>
  <Paragraphs>92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1_Office Theme</vt:lpstr>
      <vt:lpstr>Section 7: AIS RAD KGML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Wilkinson</dc:creator>
  <cp:lastModifiedBy>Grace Wilkinson</cp:lastModifiedBy>
  <cp:revision>1</cp:revision>
  <dcterms:created xsi:type="dcterms:W3CDTF">2026-04-11T14:42:03Z</dcterms:created>
  <dcterms:modified xsi:type="dcterms:W3CDTF">2026-04-11T14:42:04Z</dcterms:modified>
</cp:coreProperties>
</file>