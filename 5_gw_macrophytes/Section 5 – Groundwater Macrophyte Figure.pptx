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00" r:id="rId4"/>
    <p:sldId id="301" r:id="rId5"/>
    <p:sldId id="292" r:id="rId6"/>
    <p:sldId id="263" r:id="rId7"/>
    <p:sldId id="261" r:id="rId8"/>
    <p:sldId id="29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458C-8EEA-1012-7438-E2EA62D32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A941A-2062-272E-D2C9-70D77FC0D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67887-1CF4-71F6-449A-B1E8304B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944A7-C640-DFF4-2941-6DAFD86C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FEAD6-0DD4-9B8C-A0BF-7F297CDF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F8C7-E67B-3B0F-0808-F6EEB073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BC7B3-2351-502B-8C82-115009DE0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241E-CA63-27E7-FB5E-D9A82526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CE8D-553D-D4B0-CF85-4B52B157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D0C48-9FDD-9A68-E9AC-656074E9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1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A6D1-1393-1184-9044-6B519725F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6F6FC-42C8-5478-C8C7-40143FF19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A2F73-4083-20F3-13EC-42FE192A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64911-FD22-72D8-7C33-B5F0CDF6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F681A-D5D4-31D1-907F-FD295629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5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9A18-87B2-2CC6-403B-3DFDABAD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86D5-C42D-BE4E-68D2-33DCE0770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8F6FE-A89A-96E6-D614-FDE5E031F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904F9-9D1F-FD51-8EB9-6805B095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1F060-928C-D59E-795B-80BC14401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E18F0-E776-7B94-094A-543F6030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11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BDE7F-93FE-9FB5-0844-83466A52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256D6-327D-3879-9B7A-CC0CCC90C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C6CE4-FEBC-35CE-F5C9-A42E0FA59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9C456-99CE-E8C1-FC71-D9D2F4D03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8C1DF-D9C0-8DC4-6D9B-A945CA3B8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AE619-7478-C386-B5F9-858C5294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3A23C-DB2B-A47E-DFFF-2004213E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A15B-D678-08D0-78DC-3152CDB5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B464-EBD5-CED2-1AFC-315C45E0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76BCF-50D6-3C1E-80A9-0AE9BFC2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CDB0F-8123-36FF-DA32-22479ED3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925A3-0EEA-CD16-4495-58203075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0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0372D-3740-4240-CB9E-338C710F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53387-2070-2D65-2A18-C1AC6700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95604-2DA7-0770-5505-BED31BD4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D025-5596-8533-649B-002140E60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5CDFD-A24C-7B75-3859-3CED43B3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35672-7FAC-4294-5B17-25D7B5119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AD6C-51D2-8C7E-F378-C0551F95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B1AFE-CFEE-1D64-39B1-4AF1D0684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515EE-03BB-41A3-F847-C6C2EC07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4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2E6D-EFC6-248D-4B9E-393E97E9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57849-37F5-D717-3F11-76A872158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0BFF4-93CB-6AA0-01A9-166684C9D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39166-5C8E-7BE3-D2EC-166F4C81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743B1-87C5-FE48-374E-7C8690D1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01F97-2B9C-91D8-131D-84EDB95D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2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F553-D66D-778B-D5D7-E63AD63D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B7738-D59F-50C3-94BD-A29404EF7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775C1-9634-4628-760E-DDED0915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EDF42-511F-A129-66C6-277CB271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49165-3A00-5186-0DD8-88C96397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62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0C87F-5398-2E66-104F-FD1DE975E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1142E-E07E-090D-D040-12DF31B7F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36227-8F9A-3C7D-72E0-931608DB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3C09-D7D1-74D1-E653-4EE12240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C422-81E1-C315-36B9-6D0F965C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90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7BA2-13D0-7C00-C521-E55A9A023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1F718-6C21-7C7A-6B11-AABA00DD3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37F23-C88A-9E9C-D1E4-9DBC20E5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CB72E-64D9-8DB1-A744-071A6D3F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966A-D8BA-F106-D21A-73355DE7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61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4FDE-59F5-334D-7E24-BC9D8E0A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8EDDC-3915-9F12-52A1-0B5C0A8B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FF5EC-9E95-E192-B7C5-ED0FBFCF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47AF-30A7-7CCA-B998-E3782EFA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10CA-E592-5519-184E-BE133C5F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32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82BA-94C7-D33B-38B7-235DCCE6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89DAA-CA6D-DA34-8CA9-563EA0DB6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71FF2-BCDE-727D-8BF2-620B9228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F3B83-3100-A509-1B77-29795DEE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4314D-BE73-BB64-CA60-CB52FCF5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9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9B5C-C7B7-3963-58A9-0297EE21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58FCD-DD3A-959A-BF62-BDD6E54F1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926FA-B8D9-D6A7-A217-41BF54E6C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14DCD-C959-5A2A-3126-A6C92238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B8CD4-36CC-0564-05BA-9C6F568E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6FE77-A13C-F8AB-CB23-2AE70B97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95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2CCD-9686-8EE3-2D0A-607CF242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127D-2117-6DD7-5537-2E4E2BC2C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DD7C3-F9B2-C48B-6D6E-2605BAD8E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15E80-975E-EEEA-41C3-A774A1E06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EE930-640A-D807-7E51-0DE35B498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99FDA-3E0E-91AC-4287-71480A9E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23094-548D-1A9D-E04E-3AF610CD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2F37C-E0D3-C803-FEE8-AE7C623B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12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E3F0-C0A3-84FD-FAAF-B0CCB16C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2A378-7DE8-84D5-77EB-4ABE568B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6A357-5E53-4698-A884-D16661B3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3C656-688B-E24F-50AB-1EBEA828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01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65153-884A-6164-7E64-6E168CFB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E55C5-2B16-829F-6CDD-97296127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15B0D-E4A8-8FA3-3EA8-8F4E4EB6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903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37D0-4202-ED67-8D6A-FC0C36A2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CD45-2F66-6CC0-D6C2-555E1C2D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880C7-31C4-FC20-67D6-C2F56D339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94244-61D0-3A55-AC2D-37051427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71A9C-37A9-E871-50DE-12461B32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F347D-230B-71BF-1ACB-A8DB2011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42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4AC4-631E-9D14-2973-5B5046AC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B4EFA-A210-B02A-70F9-FE0867788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8073C-E2F5-CD51-5F78-2E0D997FB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17881-E493-9A2C-0FEB-44BD71175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D64D0-F352-5E97-F584-6CB7E09A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25318-9E13-6A91-4306-B9C5E9DF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47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36F8-4340-7731-8A19-CFF7FB05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1F3F0-17D0-CD46-2AE9-4EC22E43C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7A7F8-31C5-1CBD-9C7D-12AC651F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581B6-81BC-3C96-762F-E8181300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DDBD6-7423-8A1C-CE6C-E4A00964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959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4B8B0-10AE-C851-EB7E-1560CD526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AA10-739F-D186-5962-3B68F4AA2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43391-0DB7-7AE1-ECBF-FEE6824F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E7ED-AAD7-C2DC-2DE7-8F846DFB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D102-8F1F-B955-9E32-7082F9D4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E039-AA4F-C700-8539-A59995256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22B5D-27AF-249B-9F81-9E19EA816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AA3A-48CA-268D-02C1-218BAF8C9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B9772-AD3D-47FA-AAF3-7B50C418921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818C8-175E-BFC6-8B9F-D54B7D99D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B7A16-8AFC-EB4D-2A06-343BE4A96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34E97-CB09-4342-B6F8-9F6523F7C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2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58BC8-2AD6-2710-3B59-E0EE013C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BB1B5-7028-DDAC-71A6-84039CD5B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09D21-F2E8-ABCB-7D99-40BD8333C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9585F-7F17-ADE3-782E-165EE6DB1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5901F-24FC-A73B-A8A1-3851CC311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0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4659-7509-1008-4AE8-6186F4504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5 – Groundwater Macrophyte Figure</a:t>
            </a:r>
          </a:p>
        </p:txBody>
      </p:sp>
    </p:spTree>
    <p:extLst>
      <p:ext uri="{BB962C8B-B14F-4D97-AF65-F5344CB8AC3E}">
        <p14:creationId xmlns:p14="http://schemas.microsoft.com/office/powerpoint/2010/main" val="193732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2A424D9-F26C-CED5-AB32-237C9A3551FB}"/>
              </a:ext>
            </a:extLst>
          </p:cNvPr>
          <p:cNvSpPr/>
          <p:nvPr/>
        </p:nvSpPr>
        <p:spPr>
          <a:xfrm rot="352959" flipH="1">
            <a:off x="3758912" y="4200058"/>
            <a:ext cx="279044" cy="200971"/>
          </a:xfrm>
          <a:custGeom>
            <a:avLst/>
            <a:gdLst>
              <a:gd name="csX0" fmla="*/ 0 w 1036320"/>
              <a:gd name="csY0" fmla="*/ 0 h 533354"/>
              <a:gd name="csX1" fmla="*/ 358140 w 1036320"/>
              <a:gd name="csY1" fmla="*/ 502920 h 533354"/>
              <a:gd name="csX2" fmla="*/ 1036320 w 1036320"/>
              <a:gd name="csY2" fmla="*/ 434340 h 533354"/>
              <a:gd name="csX0" fmla="*/ 0 w 1099297"/>
              <a:gd name="csY0" fmla="*/ 0 h 604080"/>
              <a:gd name="csX1" fmla="*/ 358140 w 1099297"/>
              <a:gd name="csY1" fmla="*/ 502920 h 604080"/>
              <a:gd name="csX2" fmla="*/ 1099298 w 1099297"/>
              <a:gd name="csY2" fmla="*/ 574833 h 604080"/>
              <a:gd name="csX0" fmla="*/ 0 w 1099297"/>
              <a:gd name="csY0" fmla="*/ 0 h 593061"/>
              <a:gd name="csX1" fmla="*/ 418748 w 1099297"/>
              <a:gd name="csY1" fmla="*/ 421285 h 593061"/>
              <a:gd name="csX2" fmla="*/ 1099298 w 1099297"/>
              <a:gd name="csY2" fmla="*/ 574833 h 593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99297" h="593061">
                <a:moveTo>
                  <a:pt x="0" y="0"/>
                </a:moveTo>
                <a:cubicBezTo>
                  <a:pt x="92710" y="215265"/>
                  <a:pt x="246028" y="348895"/>
                  <a:pt x="418748" y="421285"/>
                </a:cubicBezTo>
                <a:cubicBezTo>
                  <a:pt x="591468" y="493675"/>
                  <a:pt x="846568" y="645318"/>
                  <a:pt x="1099298" y="574833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30A8D-BEC9-FEA3-9ADE-41B68DA9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856" y="2505747"/>
            <a:ext cx="2229487" cy="224167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CC224BF2-D2F5-0F03-F2E9-BEE8AE273445}"/>
              </a:ext>
            </a:extLst>
          </p:cNvPr>
          <p:cNvGrpSpPr/>
          <p:nvPr/>
        </p:nvGrpSpPr>
        <p:grpSpPr>
          <a:xfrm>
            <a:off x="3635858" y="2606211"/>
            <a:ext cx="1716154" cy="1024767"/>
            <a:chOff x="2629175" y="1318483"/>
            <a:chExt cx="2826539" cy="1224848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EACE5D44-C800-AB24-6A46-EA631C891E2E}"/>
                </a:ext>
              </a:extLst>
            </p:cNvPr>
            <p:cNvSpPr/>
            <p:nvPr/>
          </p:nvSpPr>
          <p:spPr>
            <a:xfrm rot="524712" flipH="1">
              <a:off x="2629175" y="1788391"/>
              <a:ext cx="946427" cy="754940"/>
            </a:xfrm>
            <a:prstGeom prst="arc">
              <a:avLst>
                <a:gd name="adj1" fmla="val 16200000"/>
                <a:gd name="adj2" fmla="val 20734849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B77BAF9-83D8-3C82-6473-FEE0E58C461C}"/>
                </a:ext>
              </a:extLst>
            </p:cNvPr>
            <p:cNvGrpSpPr/>
            <p:nvPr/>
          </p:nvGrpSpPr>
          <p:grpSpPr>
            <a:xfrm>
              <a:off x="2787110" y="1318483"/>
              <a:ext cx="2090380" cy="835328"/>
              <a:chOff x="2787110" y="1318483"/>
              <a:chExt cx="2090380" cy="835328"/>
            </a:xfrm>
          </p:grpSpPr>
          <p:sp>
            <p:nvSpPr>
              <p:cNvPr id="7" name="Isosceles Triangle 6">
                <a:extLst>
                  <a:ext uri="{FF2B5EF4-FFF2-40B4-BE49-F238E27FC236}">
                    <a16:creationId xmlns:a16="http://schemas.microsoft.com/office/drawing/2014/main" id="{FE8F7B7B-587A-84E7-5848-FCF8C800B141}"/>
                  </a:ext>
                </a:extLst>
              </p:cNvPr>
              <p:cNvSpPr/>
              <p:nvPr/>
            </p:nvSpPr>
            <p:spPr>
              <a:xfrm flipV="1">
                <a:off x="4484898" y="1318483"/>
                <a:ext cx="193801" cy="109293"/>
              </a:xfrm>
              <a:prstGeom prst="triangle">
                <a:avLst/>
              </a:prstGeom>
              <a:solidFill>
                <a:schemeClr val="accent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086BF8B-9C11-4350-B272-3618EB11C613}"/>
                  </a:ext>
                </a:extLst>
              </p:cNvPr>
              <p:cNvSpPr/>
              <p:nvPr/>
            </p:nvSpPr>
            <p:spPr>
              <a:xfrm rot="352959" flipH="1">
                <a:off x="2787110" y="1913601"/>
                <a:ext cx="459591" cy="240210"/>
              </a:xfrm>
              <a:custGeom>
                <a:avLst/>
                <a:gdLst>
                  <a:gd name="csX0" fmla="*/ 0 w 1036320"/>
                  <a:gd name="csY0" fmla="*/ 0 h 533354"/>
                  <a:gd name="csX1" fmla="*/ 358140 w 1036320"/>
                  <a:gd name="csY1" fmla="*/ 502920 h 533354"/>
                  <a:gd name="csX2" fmla="*/ 1036320 w 1036320"/>
                  <a:gd name="csY2" fmla="*/ 434340 h 533354"/>
                  <a:gd name="csX0" fmla="*/ 0 w 1099297"/>
                  <a:gd name="csY0" fmla="*/ 0 h 604080"/>
                  <a:gd name="csX1" fmla="*/ 358140 w 1099297"/>
                  <a:gd name="csY1" fmla="*/ 502920 h 604080"/>
                  <a:gd name="csX2" fmla="*/ 1099298 w 1099297"/>
                  <a:gd name="csY2" fmla="*/ 574833 h 604080"/>
                  <a:gd name="csX0" fmla="*/ 0 w 1099297"/>
                  <a:gd name="csY0" fmla="*/ 0 h 593061"/>
                  <a:gd name="csX1" fmla="*/ 418748 w 1099297"/>
                  <a:gd name="csY1" fmla="*/ 421285 h 593061"/>
                  <a:gd name="csX2" fmla="*/ 1099298 w 1099297"/>
                  <a:gd name="csY2" fmla="*/ 574833 h 593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99297" h="593061">
                    <a:moveTo>
                      <a:pt x="0" y="0"/>
                    </a:moveTo>
                    <a:cubicBezTo>
                      <a:pt x="92710" y="215265"/>
                      <a:pt x="246028" y="348895"/>
                      <a:pt x="418748" y="421285"/>
                    </a:cubicBezTo>
                    <a:cubicBezTo>
                      <a:pt x="591468" y="493675"/>
                      <a:pt x="846568" y="645318"/>
                      <a:pt x="1099298" y="574833"/>
                    </a:cubicBezTo>
                  </a:path>
                </a:pathLst>
              </a:custGeom>
              <a:noFill/>
              <a:ln w="63500">
                <a:solidFill>
                  <a:schemeClr val="accent4">
                    <a:lumMod val="50000"/>
                  </a:schemeClr>
                </a:solidFill>
                <a:tailEnd type="stealth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BBFF503-1039-4D02-BD78-3842C9413E50}"/>
                  </a:ext>
                </a:extLst>
              </p:cNvPr>
              <p:cNvGrpSpPr/>
              <p:nvPr/>
            </p:nvGrpSpPr>
            <p:grpSpPr>
              <a:xfrm>
                <a:off x="3152418" y="1500983"/>
                <a:ext cx="1232822" cy="635795"/>
                <a:chOff x="3140015" y="3038582"/>
                <a:chExt cx="3611592" cy="3522752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BBE4425A-3367-6382-ADC9-1426F680C433}"/>
                    </a:ext>
                  </a:extLst>
                </p:cNvPr>
                <p:cNvSpPr/>
                <p:nvPr/>
              </p:nvSpPr>
              <p:spPr>
                <a:xfrm>
                  <a:off x="3203274" y="3240652"/>
                  <a:ext cx="3513827" cy="3320682"/>
                </a:xfrm>
                <a:prstGeom prst="ellipse">
                  <a:avLst/>
                </a:prstGeom>
                <a:gradFill>
                  <a:gsLst>
                    <a:gs pos="96000">
                      <a:schemeClr val="accent1">
                        <a:lumMod val="50000"/>
                      </a:schemeClr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1"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457F3B6-5533-B7C3-6AD7-0B766ABDECDD}"/>
                    </a:ext>
                  </a:extLst>
                </p:cNvPr>
                <p:cNvSpPr/>
                <p:nvPr/>
              </p:nvSpPr>
              <p:spPr>
                <a:xfrm>
                  <a:off x="3140015" y="3038582"/>
                  <a:ext cx="3611592" cy="148165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09F1C0A2-2B5B-EC5D-3362-8082E29D2F41}"/>
                    </a:ext>
                  </a:extLst>
                </p:cNvPr>
                <p:cNvSpPr/>
                <p:nvPr/>
              </p:nvSpPr>
              <p:spPr>
                <a:xfrm>
                  <a:off x="3203274" y="4051763"/>
                  <a:ext cx="3513827" cy="110418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649F43A-4372-CAF3-789E-875EDA436AE4}"/>
                  </a:ext>
                </a:extLst>
              </p:cNvPr>
              <p:cNvSpPr/>
              <p:nvPr/>
            </p:nvSpPr>
            <p:spPr>
              <a:xfrm flipH="1">
                <a:off x="4382426" y="1530921"/>
                <a:ext cx="495064" cy="370366"/>
              </a:xfrm>
              <a:custGeom>
                <a:avLst/>
                <a:gdLst>
                  <a:gd name="csX0" fmla="*/ 0 w 1036320"/>
                  <a:gd name="csY0" fmla="*/ 0 h 533354"/>
                  <a:gd name="csX1" fmla="*/ 358140 w 1036320"/>
                  <a:gd name="csY1" fmla="*/ 502920 h 533354"/>
                  <a:gd name="csX2" fmla="*/ 1036320 w 1036320"/>
                  <a:gd name="csY2" fmla="*/ 434340 h 533354"/>
                  <a:gd name="csX0" fmla="*/ 0 w 1036320"/>
                  <a:gd name="csY0" fmla="*/ 0 h 480309"/>
                  <a:gd name="csX1" fmla="*/ 217252 w 1036320"/>
                  <a:gd name="csY1" fmla="*/ 417867 h 480309"/>
                  <a:gd name="csX2" fmla="*/ 1036320 w 1036320"/>
                  <a:gd name="csY2" fmla="*/ 434340 h 480309"/>
                  <a:gd name="csX0" fmla="*/ 0 w 1286639"/>
                  <a:gd name="csY0" fmla="*/ 0 h 580648"/>
                  <a:gd name="csX1" fmla="*/ 467571 w 1286639"/>
                  <a:gd name="csY1" fmla="*/ 518206 h 580648"/>
                  <a:gd name="csX2" fmla="*/ 1286639 w 1286639"/>
                  <a:gd name="csY2" fmla="*/ 534679 h 580648"/>
                  <a:gd name="csX0" fmla="*/ 0 w 1286639"/>
                  <a:gd name="csY0" fmla="*/ 0 h 561119"/>
                  <a:gd name="csX1" fmla="*/ 444816 w 1286639"/>
                  <a:gd name="csY1" fmla="*/ 447968 h 561119"/>
                  <a:gd name="csX2" fmla="*/ 1286639 w 1286639"/>
                  <a:gd name="csY2" fmla="*/ 534679 h 561119"/>
                  <a:gd name="csX0" fmla="*/ 0 w 1286639"/>
                  <a:gd name="csY0" fmla="*/ 0 h 604634"/>
                  <a:gd name="csX1" fmla="*/ 444816 w 1286639"/>
                  <a:gd name="csY1" fmla="*/ 447968 h 604634"/>
                  <a:gd name="csX2" fmla="*/ 1286639 w 1286639"/>
                  <a:gd name="csY2" fmla="*/ 584850 h 604634"/>
                  <a:gd name="csX0" fmla="*/ 0 w 1286639"/>
                  <a:gd name="csY0" fmla="*/ 0 h 584850"/>
                  <a:gd name="csX1" fmla="*/ 444816 w 1286639"/>
                  <a:gd name="csY1" fmla="*/ 447968 h 584850"/>
                  <a:gd name="csX2" fmla="*/ 1286639 w 1286639"/>
                  <a:gd name="csY2" fmla="*/ 584850 h 584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86639" h="584850">
                    <a:moveTo>
                      <a:pt x="0" y="0"/>
                    </a:moveTo>
                    <a:cubicBezTo>
                      <a:pt x="92710" y="215265"/>
                      <a:pt x="272096" y="375578"/>
                      <a:pt x="444816" y="447968"/>
                    </a:cubicBezTo>
                    <a:cubicBezTo>
                      <a:pt x="617536" y="520358"/>
                      <a:pt x="1033910" y="575062"/>
                      <a:pt x="1286639" y="584850"/>
                    </a:cubicBezTo>
                  </a:path>
                </a:pathLst>
              </a:custGeom>
              <a:noFill/>
              <a:ln w="63500">
                <a:solidFill>
                  <a:schemeClr val="accent1">
                    <a:lumMod val="75000"/>
                  </a:schemeClr>
                </a:solidFill>
                <a:tailEnd type="stealth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066FF3B2-250A-F02D-2A54-262EF314AB74}"/>
                  </a:ext>
                </a:extLst>
              </p:cNvPr>
              <p:cNvSpPr/>
              <p:nvPr/>
            </p:nvSpPr>
            <p:spPr>
              <a:xfrm flipV="1">
                <a:off x="2816095" y="1698446"/>
                <a:ext cx="193801" cy="109293"/>
              </a:xfrm>
              <a:prstGeom prst="triangle">
                <a:avLst/>
              </a:prstGeom>
              <a:solidFill>
                <a:schemeClr val="accent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65EFAEB1-7470-FF52-8217-CBF3673D985E}"/>
                </a:ext>
              </a:extLst>
            </p:cNvPr>
            <p:cNvSpPr/>
            <p:nvPr/>
          </p:nvSpPr>
          <p:spPr>
            <a:xfrm flipH="1">
              <a:off x="4382425" y="1358508"/>
              <a:ext cx="1073289" cy="940757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0971DB5-3B22-38EE-B1BD-BB1AE5B8139A}"/>
              </a:ext>
            </a:extLst>
          </p:cNvPr>
          <p:cNvSpPr txBox="1"/>
          <p:nvPr/>
        </p:nvSpPr>
        <p:spPr>
          <a:xfrm>
            <a:off x="3655768" y="2521355"/>
            <a:ext cx="9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Wet Year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7C3227-35D7-CD0A-B427-C5FE6D2185FA}"/>
              </a:ext>
            </a:extLst>
          </p:cNvPr>
          <p:cNvGrpSpPr/>
          <p:nvPr/>
        </p:nvGrpSpPr>
        <p:grpSpPr>
          <a:xfrm>
            <a:off x="3669227" y="3863395"/>
            <a:ext cx="1713623" cy="874742"/>
            <a:chOff x="2629175" y="1566114"/>
            <a:chExt cx="2822370" cy="1045528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CB390FBF-A790-9A2F-A1BD-9787FBFAF6F6}"/>
                </a:ext>
              </a:extLst>
            </p:cNvPr>
            <p:cNvSpPr/>
            <p:nvPr/>
          </p:nvSpPr>
          <p:spPr>
            <a:xfrm rot="524712" flipH="1">
              <a:off x="2629175" y="1856702"/>
              <a:ext cx="946428" cy="754940"/>
            </a:xfrm>
            <a:prstGeom prst="arc">
              <a:avLst>
                <a:gd name="adj1" fmla="val 16200000"/>
                <a:gd name="adj2" fmla="val 20734849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ABA8C21-4F33-99E0-EF00-B98BA7D6257B}"/>
                </a:ext>
              </a:extLst>
            </p:cNvPr>
            <p:cNvGrpSpPr/>
            <p:nvPr/>
          </p:nvGrpSpPr>
          <p:grpSpPr>
            <a:xfrm>
              <a:off x="2816095" y="1566114"/>
              <a:ext cx="1984975" cy="570662"/>
              <a:chOff x="2816095" y="1566114"/>
              <a:chExt cx="1984975" cy="570662"/>
            </a:xfrm>
          </p:grpSpPr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792FAEFE-2C16-950A-4F38-B1D93EF5BED3}"/>
                  </a:ext>
                </a:extLst>
              </p:cNvPr>
              <p:cNvSpPr/>
              <p:nvPr/>
            </p:nvSpPr>
            <p:spPr>
              <a:xfrm flipV="1">
                <a:off x="4464710" y="1566114"/>
                <a:ext cx="193801" cy="109293"/>
              </a:xfrm>
              <a:prstGeom prst="triangle">
                <a:avLst/>
              </a:prstGeom>
              <a:solidFill>
                <a:schemeClr val="accent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68A2919B-6074-7365-F5C7-BB37517471F2}"/>
                  </a:ext>
                </a:extLst>
              </p:cNvPr>
              <p:cNvGrpSpPr/>
              <p:nvPr/>
            </p:nvGrpSpPr>
            <p:grpSpPr>
              <a:xfrm>
                <a:off x="3152418" y="1594911"/>
                <a:ext cx="1232822" cy="541865"/>
                <a:chOff x="3140015" y="3559003"/>
                <a:chExt cx="3611592" cy="3002325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34E5285A-9086-318E-B774-D25710D08586}"/>
                    </a:ext>
                  </a:extLst>
                </p:cNvPr>
                <p:cNvSpPr/>
                <p:nvPr/>
              </p:nvSpPr>
              <p:spPr>
                <a:xfrm>
                  <a:off x="3203276" y="4030940"/>
                  <a:ext cx="3513826" cy="2530388"/>
                </a:xfrm>
                <a:prstGeom prst="ellipse">
                  <a:avLst/>
                </a:prstGeom>
                <a:gradFill>
                  <a:gsLst>
                    <a:gs pos="100000">
                      <a:schemeClr val="accent1">
                        <a:lumMod val="50000"/>
                      </a:schemeClr>
                    </a:gs>
                    <a:gs pos="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1"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5588013-34A7-8066-936A-897156C2F381}"/>
                    </a:ext>
                  </a:extLst>
                </p:cNvPr>
                <p:cNvSpPr/>
                <p:nvPr/>
              </p:nvSpPr>
              <p:spPr>
                <a:xfrm>
                  <a:off x="3140015" y="3559003"/>
                  <a:ext cx="3611592" cy="14816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6814F7FF-446B-5D1A-D153-46F1EA946AA2}"/>
                    </a:ext>
                  </a:extLst>
                </p:cNvPr>
                <p:cNvSpPr/>
                <p:nvPr/>
              </p:nvSpPr>
              <p:spPr>
                <a:xfrm>
                  <a:off x="3203276" y="4477560"/>
                  <a:ext cx="3513826" cy="1104185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B04CA271-B15C-EF07-91DF-E3E7E65A4574}"/>
                  </a:ext>
                </a:extLst>
              </p:cNvPr>
              <p:cNvSpPr/>
              <p:nvPr/>
            </p:nvSpPr>
            <p:spPr>
              <a:xfrm flipH="1">
                <a:off x="4382424" y="1748859"/>
                <a:ext cx="418646" cy="183922"/>
              </a:xfrm>
              <a:custGeom>
                <a:avLst/>
                <a:gdLst>
                  <a:gd name="csX0" fmla="*/ 0 w 1036320"/>
                  <a:gd name="csY0" fmla="*/ 0 h 533354"/>
                  <a:gd name="csX1" fmla="*/ 358140 w 1036320"/>
                  <a:gd name="csY1" fmla="*/ 502920 h 533354"/>
                  <a:gd name="csX2" fmla="*/ 1036320 w 1036320"/>
                  <a:gd name="csY2" fmla="*/ 434340 h 533354"/>
                  <a:gd name="csX0" fmla="*/ 0 w 1036320"/>
                  <a:gd name="csY0" fmla="*/ 0 h 480309"/>
                  <a:gd name="csX1" fmla="*/ 217252 w 1036320"/>
                  <a:gd name="csY1" fmla="*/ 417867 h 480309"/>
                  <a:gd name="csX2" fmla="*/ 1036320 w 1036320"/>
                  <a:gd name="csY2" fmla="*/ 434340 h 4803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36320" h="480309">
                    <a:moveTo>
                      <a:pt x="0" y="0"/>
                    </a:moveTo>
                    <a:cubicBezTo>
                      <a:pt x="92710" y="215265"/>
                      <a:pt x="44532" y="345477"/>
                      <a:pt x="217252" y="417867"/>
                    </a:cubicBezTo>
                    <a:cubicBezTo>
                      <a:pt x="389972" y="490257"/>
                      <a:pt x="783590" y="504825"/>
                      <a:pt x="1036320" y="434340"/>
                    </a:cubicBezTo>
                  </a:path>
                </a:pathLst>
              </a:custGeom>
              <a:noFill/>
              <a:ln w="44450">
                <a:solidFill>
                  <a:schemeClr val="accent1">
                    <a:lumMod val="75000"/>
                  </a:schemeClr>
                </a:solidFill>
                <a:tailEnd type="stealth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7E05ABB1-BD96-6DED-6FE7-C291F4A2CE56}"/>
                  </a:ext>
                </a:extLst>
              </p:cNvPr>
              <p:cNvSpPr/>
              <p:nvPr/>
            </p:nvSpPr>
            <p:spPr>
              <a:xfrm flipV="1">
                <a:off x="2816095" y="1766758"/>
                <a:ext cx="193801" cy="109293"/>
              </a:xfrm>
              <a:prstGeom prst="triangle">
                <a:avLst/>
              </a:prstGeom>
              <a:solidFill>
                <a:schemeClr val="accent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8004FF8C-9A9F-B5AB-FB1D-BCD74DA7CE0D}"/>
                </a:ext>
              </a:extLst>
            </p:cNvPr>
            <p:cNvSpPr/>
            <p:nvPr/>
          </p:nvSpPr>
          <p:spPr>
            <a:xfrm flipH="1">
              <a:off x="4378257" y="1646854"/>
              <a:ext cx="1073288" cy="409888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2F7A07B-92EB-16A3-D2B5-92944F72746B}"/>
              </a:ext>
            </a:extLst>
          </p:cNvPr>
          <p:cNvSpPr txBox="1"/>
          <p:nvPr/>
        </p:nvSpPr>
        <p:spPr>
          <a:xfrm>
            <a:off x="3652572" y="3636006"/>
            <a:ext cx="9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Dry Year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4E17940-E57F-9797-997A-56632B879332}"/>
              </a:ext>
            </a:extLst>
          </p:cNvPr>
          <p:cNvGrpSpPr/>
          <p:nvPr/>
        </p:nvGrpSpPr>
        <p:grpSpPr>
          <a:xfrm>
            <a:off x="5146943" y="2837109"/>
            <a:ext cx="4606658" cy="1818868"/>
            <a:chOff x="4423760" y="383383"/>
            <a:chExt cx="6750397" cy="2349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9931DE1-3112-FE83-6B5A-A5D711F84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3760" y="383383"/>
              <a:ext cx="6750397" cy="2349621"/>
            </a:xfrm>
            <a:prstGeom prst="rect">
              <a:avLst/>
            </a:prstGeom>
          </p:spPr>
        </p:pic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7A0275C-B2E0-D52B-30A7-25A32A145BC7}"/>
                </a:ext>
              </a:extLst>
            </p:cNvPr>
            <p:cNvSpPr/>
            <p:nvPr/>
          </p:nvSpPr>
          <p:spPr>
            <a:xfrm>
              <a:off x="7713617" y="780252"/>
              <a:ext cx="137160" cy="137160"/>
            </a:xfrm>
            <a:prstGeom prst="ellipse">
              <a:avLst/>
            </a:prstGeom>
            <a:solidFill>
              <a:srgbClr val="FFCC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C8852AB-3B29-7EDA-EDD8-B1A0F93BADF0}"/>
                </a:ext>
              </a:extLst>
            </p:cNvPr>
            <p:cNvSpPr/>
            <p:nvPr/>
          </p:nvSpPr>
          <p:spPr>
            <a:xfrm>
              <a:off x="6733177" y="1202527"/>
              <a:ext cx="137160" cy="137160"/>
            </a:xfrm>
            <a:prstGeom prst="ellipse">
              <a:avLst/>
            </a:prstGeom>
            <a:solidFill>
              <a:srgbClr val="FFCC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08074C8-3A43-E838-186A-5DC662352635}"/>
                </a:ext>
              </a:extLst>
            </p:cNvPr>
            <p:cNvSpPr/>
            <p:nvPr/>
          </p:nvSpPr>
          <p:spPr>
            <a:xfrm>
              <a:off x="7837442" y="1373215"/>
              <a:ext cx="137160" cy="137160"/>
            </a:xfrm>
            <a:prstGeom prst="ellipse">
              <a:avLst/>
            </a:prstGeom>
            <a:solidFill>
              <a:srgbClr val="FFCC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B4799B3-1906-C260-9A70-A087458DE221}"/>
                </a:ext>
              </a:extLst>
            </p:cNvPr>
            <p:cNvSpPr/>
            <p:nvPr/>
          </p:nvSpPr>
          <p:spPr>
            <a:xfrm>
              <a:off x="8199392" y="1313525"/>
              <a:ext cx="137160" cy="137160"/>
            </a:xfrm>
            <a:prstGeom prst="ellipse">
              <a:avLst/>
            </a:prstGeom>
            <a:solidFill>
              <a:srgbClr val="FFCC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611A56C-D1DE-48F9-5DA4-27E748E7AC1B}"/>
                </a:ext>
              </a:extLst>
            </p:cNvPr>
            <p:cNvSpPr/>
            <p:nvPr/>
          </p:nvSpPr>
          <p:spPr>
            <a:xfrm>
              <a:off x="8444502" y="1256187"/>
              <a:ext cx="137160" cy="137160"/>
            </a:xfrm>
            <a:prstGeom prst="ellipse">
              <a:avLst/>
            </a:prstGeom>
            <a:solidFill>
              <a:srgbClr val="FFCC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6BA450B-582D-9D1D-F983-73901B6188B4}"/>
                </a:ext>
              </a:extLst>
            </p:cNvPr>
            <p:cNvSpPr/>
            <p:nvPr/>
          </p:nvSpPr>
          <p:spPr>
            <a:xfrm>
              <a:off x="8689612" y="1378930"/>
              <a:ext cx="137160" cy="137160"/>
            </a:xfrm>
            <a:prstGeom prst="ellipse">
              <a:avLst/>
            </a:prstGeom>
            <a:solidFill>
              <a:srgbClr val="FFCC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FB62989-51F9-F30F-0DB4-2920941A456C}"/>
                </a:ext>
              </a:extLst>
            </p:cNvPr>
            <p:cNvSpPr txBox="1"/>
            <p:nvPr/>
          </p:nvSpPr>
          <p:spPr>
            <a:xfrm>
              <a:off x="5902727" y="539627"/>
              <a:ext cx="1756917" cy="556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Hypothesized deep freeze</a:t>
              </a: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A7F51C4D-A82A-EE67-5C70-A62B41A23499}"/>
              </a:ext>
            </a:extLst>
          </p:cNvPr>
          <p:cNvSpPr/>
          <p:nvPr/>
        </p:nvSpPr>
        <p:spPr>
          <a:xfrm>
            <a:off x="6689862" y="2549291"/>
            <a:ext cx="1461820" cy="353487"/>
          </a:xfrm>
          <a:prstGeom prst="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Regular deep freeze facilitates annuals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67D95E3-A670-A43C-8974-FA9832139301}"/>
              </a:ext>
            </a:extLst>
          </p:cNvPr>
          <p:cNvSpPr/>
          <p:nvPr/>
        </p:nvSpPr>
        <p:spPr>
          <a:xfrm>
            <a:off x="8195260" y="2550995"/>
            <a:ext cx="1262382" cy="353487"/>
          </a:xfrm>
          <a:prstGeom prst="rect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Perennials, mudflats dominate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6D5897-B22C-A280-C42F-449C6234320A}"/>
              </a:ext>
            </a:extLst>
          </p:cNvPr>
          <p:cNvSpPr txBox="1"/>
          <p:nvPr/>
        </p:nvSpPr>
        <p:spPr>
          <a:xfrm>
            <a:off x="5270478" y="2547334"/>
            <a:ext cx="155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B)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Allequash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Lake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5984924-2CFE-6BA2-E9F5-555C4E7FD152}"/>
              </a:ext>
            </a:extLst>
          </p:cNvPr>
          <p:cNvSpPr/>
          <p:nvPr/>
        </p:nvSpPr>
        <p:spPr>
          <a:xfrm>
            <a:off x="6816555" y="3366655"/>
            <a:ext cx="200772" cy="143241"/>
          </a:xfrm>
          <a:custGeom>
            <a:avLst/>
            <a:gdLst>
              <a:gd name="csX0" fmla="*/ 173182 w 173182"/>
              <a:gd name="csY0" fmla="*/ 0 h 161938"/>
              <a:gd name="csX1" fmla="*/ 103910 w 173182"/>
              <a:gd name="csY1" fmla="*/ 145472 h 161938"/>
              <a:gd name="csX2" fmla="*/ 0 w 173182"/>
              <a:gd name="csY2" fmla="*/ 152400 h 1619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3182" h="161938">
                <a:moveTo>
                  <a:pt x="173182" y="0"/>
                </a:moveTo>
                <a:cubicBezTo>
                  <a:pt x="152978" y="60036"/>
                  <a:pt x="132774" y="120072"/>
                  <a:pt x="103910" y="145472"/>
                </a:cubicBezTo>
                <a:cubicBezTo>
                  <a:pt x="75046" y="170872"/>
                  <a:pt x="37523" y="161636"/>
                  <a:pt x="0" y="15240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BC55FD-06F5-09FE-89C8-3C50337A1574}"/>
              </a:ext>
            </a:extLst>
          </p:cNvPr>
          <p:cNvSpPr txBox="1"/>
          <p:nvPr/>
        </p:nvSpPr>
        <p:spPr>
          <a:xfrm>
            <a:off x="1742352" y="2634693"/>
            <a:ext cx="121559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A) Sparkling Lake</a:t>
            </a:r>
          </a:p>
        </p:txBody>
      </p:sp>
      <p:sp>
        <p:nvSpPr>
          <p:cNvPr id="75" name="AutoShape 2" descr="Eurasian Watermilfoil (Myriophyllum spicatum) Dimensions &amp; Drawings |  Dimensions.com">
            <a:extLst>
              <a:ext uri="{FF2B5EF4-FFF2-40B4-BE49-F238E27FC236}">
                <a16:creationId xmlns:a16="http://schemas.microsoft.com/office/drawing/2014/main" id="{E69CFF2B-8D47-07F9-4907-75D8417DE9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DFFD6D1A-282F-D7EB-60CC-7763F212E5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407108" y="3061176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4C21347A-6184-7E4D-DFB6-71AC6FB37D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-46000" contrast="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466289" y="3028192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D0B87316-8B06-C8FC-4809-034F35ADD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019703" y="2995760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41BC5047-2195-32BC-FC1A-7771E2A3CE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3937314" y="2934625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83FB357B-F4D2-2103-A976-684E45615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455442" y="2885141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F33321CB-B68D-2740-3608-E774822A12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554353" y="2901593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40B8DEA8-C9BE-13A0-CAD8-5C99AB3A72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541249" y="2991029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49DCD561-C08D-9E1A-EB71-BA6DF8A2B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31000"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565288" y="4070611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41FE2F21-E3B6-A741-E896-5371409AFC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4076582" y="4109675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54B7DCBD-B8AF-E180-D123-403EFA2B1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91" b="57582" l="12917" r="22396">
                        <a14:foregroundMark x1="18125" y1="28901" x2="18125" y2="28901"/>
                        <a14:foregroundMark x1="16771" y1="57582" x2="16771" y2="57582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6" t="26882" r="76377" b="39667"/>
          <a:stretch>
            <a:fillRect/>
          </a:stretch>
        </p:blipFill>
        <p:spPr bwMode="auto">
          <a:xfrm>
            <a:off x="3994193" y="4048540"/>
            <a:ext cx="158788" cy="21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DC062C29-C224-C568-467A-ADEE51AEF20B}"/>
              </a:ext>
            </a:extLst>
          </p:cNvPr>
          <p:cNvSpPr txBox="1"/>
          <p:nvPr/>
        </p:nvSpPr>
        <p:spPr>
          <a:xfrm>
            <a:off x="4481996" y="3659679"/>
            <a:ext cx="66028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GW level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130410-7354-C53B-D7AA-3110070C1AE5}"/>
              </a:ext>
            </a:extLst>
          </p:cNvPr>
          <p:cNvSpPr txBox="1"/>
          <p:nvPr/>
        </p:nvSpPr>
        <p:spPr>
          <a:xfrm>
            <a:off x="4557177" y="4203619"/>
            <a:ext cx="66028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inflow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498CEC-3427-4677-2359-0F6C52E6945B}"/>
              </a:ext>
            </a:extLst>
          </p:cNvPr>
          <p:cNvSpPr txBox="1"/>
          <p:nvPr/>
        </p:nvSpPr>
        <p:spPr>
          <a:xfrm>
            <a:off x="3602012" y="4422326"/>
            <a:ext cx="66028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outflow</a:t>
            </a:r>
          </a:p>
        </p:txBody>
      </p:sp>
    </p:spTree>
    <p:extLst>
      <p:ext uri="{BB962C8B-B14F-4D97-AF65-F5344CB8AC3E}">
        <p14:creationId xmlns:p14="http://schemas.microsoft.com/office/powerpoint/2010/main" val="84820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eaweed silhouettes. Aquatic plants, underwater flora shapes of leaves and  seaweeds for aquarium decoration. Marine plant isolated set 56330591 Vector  Art at Vecteezy">
            <a:extLst>
              <a:ext uri="{FF2B5EF4-FFF2-40B4-BE49-F238E27FC236}">
                <a16:creationId xmlns:a16="http://schemas.microsoft.com/office/drawing/2014/main" id="{9438D4A7-B0BA-F693-D860-185C303FC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750"/>
            <a:ext cx="12192000" cy="577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2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7298DD1-97D8-2E4F-9143-2BBEA9A08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34" y="301752"/>
            <a:ext cx="10515137" cy="298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2D5831-E893-831D-6469-16EE52A4F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503" y="3758571"/>
            <a:ext cx="6750397" cy="234962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C36EE82-25F2-E130-9F03-01DC835B2011}"/>
              </a:ext>
            </a:extLst>
          </p:cNvPr>
          <p:cNvSpPr/>
          <p:nvPr/>
        </p:nvSpPr>
        <p:spPr>
          <a:xfrm>
            <a:off x="5928360" y="4155440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989193-F7DE-2D20-7912-33263D765801}"/>
              </a:ext>
            </a:extLst>
          </p:cNvPr>
          <p:cNvSpPr/>
          <p:nvPr/>
        </p:nvSpPr>
        <p:spPr>
          <a:xfrm>
            <a:off x="4947920" y="4577715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969EF5-08BE-53C8-2E4F-E94725286AAD}"/>
              </a:ext>
            </a:extLst>
          </p:cNvPr>
          <p:cNvSpPr/>
          <p:nvPr/>
        </p:nvSpPr>
        <p:spPr>
          <a:xfrm>
            <a:off x="6052185" y="4748403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87EF12-38F1-0FF6-D6CC-B0CCF71C56BD}"/>
              </a:ext>
            </a:extLst>
          </p:cNvPr>
          <p:cNvSpPr/>
          <p:nvPr/>
        </p:nvSpPr>
        <p:spPr>
          <a:xfrm>
            <a:off x="6414135" y="4688713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E3AB05-92A7-4DDD-FFCA-481986C5DD77}"/>
              </a:ext>
            </a:extLst>
          </p:cNvPr>
          <p:cNvSpPr/>
          <p:nvPr/>
        </p:nvSpPr>
        <p:spPr>
          <a:xfrm>
            <a:off x="6659245" y="4631375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26268C-0BDF-169D-328F-4CD48A473462}"/>
              </a:ext>
            </a:extLst>
          </p:cNvPr>
          <p:cNvSpPr/>
          <p:nvPr/>
        </p:nvSpPr>
        <p:spPr>
          <a:xfrm>
            <a:off x="6904355" y="4754118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AF8146-21BC-3B1E-0A27-A974AAFD8261}"/>
              </a:ext>
            </a:extLst>
          </p:cNvPr>
          <p:cNvSpPr/>
          <p:nvPr/>
        </p:nvSpPr>
        <p:spPr>
          <a:xfrm>
            <a:off x="7382722" y="3825397"/>
            <a:ext cx="137160" cy="137160"/>
          </a:xfrm>
          <a:prstGeom prst="roundRect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C8452D-24B5-D330-C0B9-B52A15FF9674}"/>
              </a:ext>
            </a:extLst>
          </p:cNvPr>
          <p:cNvSpPr txBox="1"/>
          <p:nvPr/>
        </p:nvSpPr>
        <p:spPr>
          <a:xfrm>
            <a:off x="7472467" y="3758571"/>
            <a:ext cx="1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Hypothesized deep freeze winter</a:t>
            </a:r>
          </a:p>
        </p:txBody>
      </p:sp>
    </p:spTree>
    <p:extLst>
      <p:ext uri="{BB962C8B-B14F-4D97-AF65-F5344CB8AC3E}">
        <p14:creationId xmlns:p14="http://schemas.microsoft.com/office/powerpoint/2010/main" val="273465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F0F35F-AD99-B199-D199-DC06B92D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09"/>
          <a:stretch>
            <a:fillRect/>
          </a:stretch>
        </p:blipFill>
        <p:spPr>
          <a:xfrm>
            <a:off x="1792544" y="721071"/>
            <a:ext cx="8750750" cy="25016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516368-1FC5-5D66-5763-0AEE96D09318}"/>
              </a:ext>
            </a:extLst>
          </p:cNvPr>
          <p:cNvSpPr/>
          <p:nvPr/>
        </p:nvSpPr>
        <p:spPr>
          <a:xfrm>
            <a:off x="3693116" y="937273"/>
            <a:ext cx="735535" cy="108197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C5BB9-C6D5-1BA8-38A3-677B626DAC18}"/>
              </a:ext>
            </a:extLst>
          </p:cNvPr>
          <p:cNvSpPr txBox="1"/>
          <p:nvPr/>
        </p:nvSpPr>
        <p:spPr>
          <a:xfrm>
            <a:off x="3868856" y="906181"/>
            <a:ext cx="60089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1.5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2.5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4.0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1983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3C3B62-8823-88A3-CE29-502FA4875C5E}"/>
              </a:ext>
            </a:extLst>
          </p:cNvPr>
          <p:cNvSpPr/>
          <p:nvPr/>
        </p:nvSpPr>
        <p:spPr>
          <a:xfrm>
            <a:off x="3800276" y="978369"/>
            <a:ext cx="137160" cy="137160"/>
          </a:xfrm>
          <a:prstGeom prst="ellipse">
            <a:avLst/>
          </a:prstGeom>
          <a:solidFill>
            <a:srgbClr val="FFBD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851763-B415-5A48-9968-56B3B2DD626F}"/>
              </a:ext>
            </a:extLst>
          </p:cNvPr>
          <p:cNvSpPr/>
          <p:nvPr/>
        </p:nvSpPr>
        <p:spPr>
          <a:xfrm>
            <a:off x="3800276" y="1157641"/>
            <a:ext cx="137160" cy="137160"/>
          </a:xfrm>
          <a:prstGeom prst="ellipse">
            <a:avLst/>
          </a:prstGeom>
          <a:solidFill>
            <a:srgbClr val="35A7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98324D-AE94-227B-C3E8-054E597C8E24}"/>
              </a:ext>
            </a:extLst>
          </p:cNvPr>
          <p:cNvSpPr/>
          <p:nvPr/>
        </p:nvSpPr>
        <p:spPr>
          <a:xfrm>
            <a:off x="3800276" y="1346701"/>
            <a:ext cx="137160" cy="137160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7E3402-D4C0-69C3-22F8-AF0B86AC45E2}"/>
              </a:ext>
            </a:extLst>
          </p:cNvPr>
          <p:cNvSpPr/>
          <p:nvPr/>
        </p:nvSpPr>
        <p:spPr>
          <a:xfrm>
            <a:off x="3839369" y="1676163"/>
            <a:ext cx="64008" cy="64008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0345BB-A45A-988C-75A8-0581C1AFE3D4}"/>
              </a:ext>
            </a:extLst>
          </p:cNvPr>
          <p:cNvSpPr/>
          <p:nvPr/>
        </p:nvSpPr>
        <p:spPr>
          <a:xfrm>
            <a:off x="3734213" y="1795202"/>
            <a:ext cx="210312" cy="210312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42361-3E81-02F0-D42C-75183D97AFCD}"/>
              </a:ext>
            </a:extLst>
          </p:cNvPr>
          <p:cNvSpPr txBox="1"/>
          <p:nvPr/>
        </p:nvSpPr>
        <p:spPr>
          <a:xfrm>
            <a:off x="1792544" y="420198"/>
            <a:ext cx="544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Trout Lake Macrophyte Community Trajectories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8DAF9F-C239-CC6D-64AA-98C0550AB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09" r="32780"/>
          <a:stretch>
            <a:fillRect/>
          </a:stretch>
        </p:blipFill>
        <p:spPr>
          <a:xfrm>
            <a:off x="1792544" y="3729873"/>
            <a:ext cx="5882252" cy="250166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8AB6365-2D95-DB43-6F26-59DB847A846A}"/>
              </a:ext>
            </a:extLst>
          </p:cNvPr>
          <p:cNvSpPr/>
          <p:nvPr/>
        </p:nvSpPr>
        <p:spPr>
          <a:xfrm>
            <a:off x="3693116" y="3930643"/>
            <a:ext cx="735535" cy="112307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1F8687-6048-3E93-B584-C11A64E7A73A}"/>
              </a:ext>
            </a:extLst>
          </p:cNvPr>
          <p:cNvSpPr txBox="1"/>
          <p:nvPr/>
        </p:nvSpPr>
        <p:spPr>
          <a:xfrm>
            <a:off x="3868856" y="3914983"/>
            <a:ext cx="60089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1.5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2.5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4.0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1983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3DAB23-A83C-710B-8163-28AAAA589323}"/>
              </a:ext>
            </a:extLst>
          </p:cNvPr>
          <p:cNvSpPr/>
          <p:nvPr/>
        </p:nvSpPr>
        <p:spPr>
          <a:xfrm>
            <a:off x="3765554" y="3987171"/>
            <a:ext cx="137160" cy="137160"/>
          </a:xfrm>
          <a:prstGeom prst="ellipse">
            <a:avLst/>
          </a:prstGeom>
          <a:solidFill>
            <a:srgbClr val="FFBD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9EDFBD-B2D4-FF79-BB6E-C63E9DC4A99F}"/>
              </a:ext>
            </a:extLst>
          </p:cNvPr>
          <p:cNvSpPr/>
          <p:nvPr/>
        </p:nvSpPr>
        <p:spPr>
          <a:xfrm>
            <a:off x="3765554" y="4166443"/>
            <a:ext cx="137160" cy="137160"/>
          </a:xfrm>
          <a:prstGeom prst="ellipse">
            <a:avLst/>
          </a:prstGeom>
          <a:solidFill>
            <a:srgbClr val="35A7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73D227-68F2-B108-B1DB-6E92A22194D2}"/>
              </a:ext>
            </a:extLst>
          </p:cNvPr>
          <p:cNvSpPr/>
          <p:nvPr/>
        </p:nvSpPr>
        <p:spPr>
          <a:xfrm>
            <a:off x="3765554" y="4355503"/>
            <a:ext cx="137160" cy="137160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E371790-0FC8-B736-91A4-B5E54B444085}"/>
              </a:ext>
            </a:extLst>
          </p:cNvPr>
          <p:cNvSpPr/>
          <p:nvPr/>
        </p:nvSpPr>
        <p:spPr>
          <a:xfrm>
            <a:off x="3808547" y="4684965"/>
            <a:ext cx="64008" cy="64008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77DF37-E62D-D1D3-3FD7-A511FAFE5C31}"/>
              </a:ext>
            </a:extLst>
          </p:cNvPr>
          <p:cNvSpPr/>
          <p:nvPr/>
        </p:nvSpPr>
        <p:spPr>
          <a:xfrm>
            <a:off x="3734213" y="4804004"/>
            <a:ext cx="210312" cy="210312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2E489C-DCF1-5A2D-964E-3E5D301D0414}"/>
              </a:ext>
            </a:extLst>
          </p:cNvPr>
          <p:cNvSpPr txBox="1"/>
          <p:nvPr/>
        </p:nvSpPr>
        <p:spPr>
          <a:xfrm>
            <a:off x="1792544" y="3429000"/>
            <a:ext cx="544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Trout Lake Macrophyte Community Trajectories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C22244-A1EF-BAE2-401A-188533207957}"/>
              </a:ext>
            </a:extLst>
          </p:cNvPr>
          <p:cNvSpPr txBox="1"/>
          <p:nvPr/>
        </p:nvSpPr>
        <p:spPr>
          <a:xfrm>
            <a:off x="7668786" y="3824633"/>
            <a:ext cx="16453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4.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Annual macrophyte community composition (measurement = biomass) across depth in Trout Lake. Community velocity was quantified as the Euclidean distance between successive years in PCA space.</a:t>
            </a:r>
          </a:p>
        </p:txBody>
      </p:sp>
    </p:spTree>
    <p:extLst>
      <p:ext uri="{BB962C8B-B14F-4D97-AF65-F5344CB8AC3E}">
        <p14:creationId xmlns:p14="http://schemas.microsoft.com/office/powerpoint/2010/main" val="342089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12AEE0-0975-19FD-376C-A9AE8B82E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339" y="3649179"/>
            <a:ext cx="5912534" cy="245943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383245D-73F6-8B22-7111-CAE34CD0A3F1}"/>
              </a:ext>
            </a:extLst>
          </p:cNvPr>
          <p:cNvSpPr/>
          <p:nvPr/>
        </p:nvSpPr>
        <p:spPr>
          <a:xfrm>
            <a:off x="6829806" y="4795078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8FB85A-30D8-4A32-A342-C2FBABCB42D7}"/>
              </a:ext>
            </a:extLst>
          </p:cNvPr>
          <p:cNvSpPr/>
          <p:nvPr/>
        </p:nvSpPr>
        <p:spPr>
          <a:xfrm>
            <a:off x="5509896" y="4557715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20CC46-F2AB-788B-E582-9BA205F32374}"/>
              </a:ext>
            </a:extLst>
          </p:cNvPr>
          <p:cNvSpPr/>
          <p:nvPr/>
        </p:nvSpPr>
        <p:spPr>
          <a:xfrm>
            <a:off x="6115685" y="4758756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E1491A-D0AD-BD90-4262-74648730BA5D}"/>
              </a:ext>
            </a:extLst>
          </p:cNvPr>
          <p:cNvSpPr/>
          <p:nvPr/>
        </p:nvSpPr>
        <p:spPr>
          <a:xfrm>
            <a:off x="7334462" y="4215156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D2389C-BAEA-83F5-1477-AB86C01B4A89}"/>
              </a:ext>
            </a:extLst>
          </p:cNvPr>
          <p:cNvSpPr/>
          <p:nvPr/>
        </p:nvSpPr>
        <p:spPr>
          <a:xfrm>
            <a:off x="7847076" y="4316395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836CCC-A55B-5ECA-E217-42948880ABA5}"/>
              </a:ext>
            </a:extLst>
          </p:cNvPr>
          <p:cNvSpPr/>
          <p:nvPr/>
        </p:nvSpPr>
        <p:spPr>
          <a:xfrm>
            <a:off x="7286202" y="3777077"/>
            <a:ext cx="137160" cy="137160"/>
          </a:xfrm>
          <a:prstGeom prst="roundRect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C8E6E-EFF1-263F-E2BA-F8D955143B2A}"/>
              </a:ext>
            </a:extLst>
          </p:cNvPr>
          <p:cNvSpPr txBox="1"/>
          <p:nvPr/>
        </p:nvSpPr>
        <p:spPr>
          <a:xfrm>
            <a:off x="7375947" y="3710251"/>
            <a:ext cx="1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Hypothesized ice scour winter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659764-2CE7-15C9-5FF1-935DA4EF04F6}"/>
              </a:ext>
            </a:extLst>
          </p:cNvPr>
          <p:cNvSpPr/>
          <p:nvPr/>
        </p:nvSpPr>
        <p:spPr>
          <a:xfrm>
            <a:off x="6224691" y="4593275"/>
            <a:ext cx="137160" cy="137160"/>
          </a:xfrm>
          <a:prstGeom prst="ellipse">
            <a:avLst/>
          </a:prstGeom>
          <a:solidFill>
            <a:srgbClr val="FFCC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1D9BE4-AAA3-8752-322E-18BC9A766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09" r="32780"/>
          <a:stretch>
            <a:fillRect/>
          </a:stretch>
        </p:blipFill>
        <p:spPr>
          <a:xfrm>
            <a:off x="3174559" y="907668"/>
            <a:ext cx="5882252" cy="25016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9A7AA-CB84-1B82-9564-74223409CD81}"/>
              </a:ext>
            </a:extLst>
          </p:cNvPr>
          <p:cNvSpPr/>
          <p:nvPr/>
        </p:nvSpPr>
        <p:spPr>
          <a:xfrm>
            <a:off x="5075131" y="1108438"/>
            <a:ext cx="735535" cy="112307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001ED-12EB-4585-D2BF-B4D9EF6F1E6F}"/>
              </a:ext>
            </a:extLst>
          </p:cNvPr>
          <p:cNvSpPr txBox="1"/>
          <p:nvPr/>
        </p:nvSpPr>
        <p:spPr>
          <a:xfrm>
            <a:off x="5250871" y="1092778"/>
            <a:ext cx="60089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1.5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2.5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4.0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1983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81A6AA-48DC-CBCA-0AFE-F7146EB99AAC}"/>
              </a:ext>
            </a:extLst>
          </p:cNvPr>
          <p:cNvSpPr/>
          <p:nvPr/>
        </p:nvSpPr>
        <p:spPr>
          <a:xfrm>
            <a:off x="5147569" y="1164966"/>
            <a:ext cx="137160" cy="137160"/>
          </a:xfrm>
          <a:prstGeom prst="ellipse">
            <a:avLst/>
          </a:prstGeom>
          <a:solidFill>
            <a:srgbClr val="FFBD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8A2624-2EF5-4906-9388-F29536CB9DD4}"/>
              </a:ext>
            </a:extLst>
          </p:cNvPr>
          <p:cNvSpPr/>
          <p:nvPr/>
        </p:nvSpPr>
        <p:spPr>
          <a:xfrm>
            <a:off x="5147569" y="1344238"/>
            <a:ext cx="137160" cy="137160"/>
          </a:xfrm>
          <a:prstGeom prst="ellipse">
            <a:avLst/>
          </a:prstGeom>
          <a:solidFill>
            <a:srgbClr val="35A7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12985B-D462-FFB6-E775-A5D7F7B80370}"/>
              </a:ext>
            </a:extLst>
          </p:cNvPr>
          <p:cNvSpPr/>
          <p:nvPr/>
        </p:nvSpPr>
        <p:spPr>
          <a:xfrm>
            <a:off x="5147569" y="1533298"/>
            <a:ext cx="137160" cy="137160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2E2F-900C-49D4-E025-5E944D758315}"/>
              </a:ext>
            </a:extLst>
          </p:cNvPr>
          <p:cNvSpPr/>
          <p:nvPr/>
        </p:nvSpPr>
        <p:spPr>
          <a:xfrm>
            <a:off x="5190562" y="1862760"/>
            <a:ext cx="64008" cy="64008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CAD23A-BF49-3A23-B548-9DF06A72D9E4}"/>
              </a:ext>
            </a:extLst>
          </p:cNvPr>
          <p:cNvSpPr/>
          <p:nvPr/>
        </p:nvSpPr>
        <p:spPr>
          <a:xfrm>
            <a:off x="5116228" y="1981799"/>
            <a:ext cx="210312" cy="210312"/>
          </a:xfrm>
          <a:prstGeom prst="ellipse">
            <a:avLst/>
          </a:prstGeom>
          <a:solidFill>
            <a:srgbClr val="1741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BB794C-F557-8C21-E12F-F8D7E1E208C3}"/>
              </a:ext>
            </a:extLst>
          </p:cNvPr>
          <p:cNvSpPr txBox="1"/>
          <p:nvPr/>
        </p:nvSpPr>
        <p:spPr>
          <a:xfrm>
            <a:off x="3174559" y="606795"/>
            <a:ext cx="544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Trout Lake Macrophyte Community Trajectories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A770E-D0BF-6C82-7D54-47D84CADE516}"/>
              </a:ext>
            </a:extLst>
          </p:cNvPr>
          <p:cNvSpPr txBox="1"/>
          <p:nvPr/>
        </p:nvSpPr>
        <p:spPr>
          <a:xfrm>
            <a:off x="9050801" y="1002428"/>
            <a:ext cx="16453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4.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Annual macrophyte community composition (measurement = biomass) across depth in Trout Lake. Community velocity was quantified as the Euclidean distance between successive years in PCA space.</a:t>
            </a:r>
          </a:p>
        </p:txBody>
      </p:sp>
    </p:spTree>
    <p:extLst>
      <p:ext uri="{BB962C8B-B14F-4D97-AF65-F5344CB8AC3E}">
        <p14:creationId xmlns:p14="http://schemas.microsoft.com/office/powerpoint/2010/main" val="1319264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528C8A9-9371-8505-8A48-A02D35929963}"/>
              </a:ext>
            </a:extLst>
          </p:cNvPr>
          <p:cNvGrpSpPr/>
          <p:nvPr/>
        </p:nvGrpSpPr>
        <p:grpSpPr>
          <a:xfrm>
            <a:off x="3789870" y="2529841"/>
            <a:ext cx="3321893" cy="2316480"/>
            <a:chOff x="3140015" y="3229152"/>
            <a:chExt cx="3611592" cy="268281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B85E01D-8207-ADF1-A847-EDE07AE34B70}"/>
                </a:ext>
              </a:extLst>
            </p:cNvPr>
            <p:cNvSpPr/>
            <p:nvPr/>
          </p:nvSpPr>
          <p:spPr>
            <a:xfrm>
              <a:off x="3203275" y="3240655"/>
              <a:ext cx="3513827" cy="2671314"/>
            </a:xfrm>
            <a:prstGeom prst="ellipse">
              <a:avLst/>
            </a:prstGeom>
            <a:pattFill prst="pct80">
              <a:fgClr>
                <a:schemeClr val="tx2">
                  <a:lumMod val="50000"/>
                  <a:lumOff val="5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118B18-2661-CB44-2B79-075A7BE7B9AA}"/>
                </a:ext>
              </a:extLst>
            </p:cNvPr>
            <p:cNvSpPr/>
            <p:nvPr/>
          </p:nvSpPr>
          <p:spPr>
            <a:xfrm>
              <a:off x="3140015" y="3229152"/>
              <a:ext cx="3611592" cy="1291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D65968-7C17-CD00-9FB9-C118CB80D993}"/>
                </a:ext>
              </a:extLst>
            </p:cNvPr>
            <p:cNvSpPr/>
            <p:nvPr/>
          </p:nvSpPr>
          <p:spPr>
            <a:xfrm>
              <a:off x="3203274" y="4024221"/>
              <a:ext cx="3513827" cy="110418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BCD912D-8105-FB5C-1C06-46FCD6120ED3}"/>
              </a:ext>
            </a:extLst>
          </p:cNvPr>
          <p:cNvGrpSpPr/>
          <p:nvPr/>
        </p:nvGrpSpPr>
        <p:grpSpPr>
          <a:xfrm>
            <a:off x="1334219" y="2760453"/>
            <a:ext cx="1756912" cy="1056759"/>
            <a:chOff x="3140015" y="3229152"/>
            <a:chExt cx="3611592" cy="268281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C4F7EF-2D28-ACCF-DDCD-035AEB49AD25}"/>
                </a:ext>
              </a:extLst>
            </p:cNvPr>
            <p:cNvSpPr/>
            <p:nvPr/>
          </p:nvSpPr>
          <p:spPr>
            <a:xfrm>
              <a:off x="3203275" y="3240655"/>
              <a:ext cx="3513827" cy="2671314"/>
            </a:xfrm>
            <a:prstGeom prst="ellipse">
              <a:avLst/>
            </a:prstGeom>
            <a:pattFill prst="pct80">
              <a:fgClr>
                <a:schemeClr val="tx2">
                  <a:lumMod val="50000"/>
                  <a:lumOff val="5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541F42B-322A-86C1-C336-FC766E9C5A6B}"/>
                </a:ext>
              </a:extLst>
            </p:cNvPr>
            <p:cNvSpPr/>
            <p:nvPr/>
          </p:nvSpPr>
          <p:spPr>
            <a:xfrm>
              <a:off x="3140015" y="3229152"/>
              <a:ext cx="3611592" cy="1291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D50862F-D147-BB69-0637-4792FC801010}"/>
                </a:ext>
              </a:extLst>
            </p:cNvPr>
            <p:cNvSpPr/>
            <p:nvPr/>
          </p:nvSpPr>
          <p:spPr>
            <a:xfrm>
              <a:off x="3203274" y="4024221"/>
              <a:ext cx="3513827" cy="110418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15060D-5F99-CB4F-3B28-BF9DBDDA70F4}"/>
              </a:ext>
            </a:extLst>
          </p:cNvPr>
          <p:cNvGrpSpPr/>
          <p:nvPr/>
        </p:nvGrpSpPr>
        <p:grpSpPr>
          <a:xfrm>
            <a:off x="10339621" y="1448433"/>
            <a:ext cx="828136" cy="730370"/>
            <a:chOff x="3140015" y="3229152"/>
            <a:chExt cx="3611592" cy="268281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FEE679F-0530-FB6C-FDA7-4C94ACE253A1}"/>
                </a:ext>
              </a:extLst>
            </p:cNvPr>
            <p:cNvSpPr/>
            <p:nvPr/>
          </p:nvSpPr>
          <p:spPr>
            <a:xfrm>
              <a:off x="3203275" y="3240655"/>
              <a:ext cx="3513827" cy="2671314"/>
            </a:xfrm>
            <a:prstGeom prst="ellipse">
              <a:avLst/>
            </a:prstGeom>
            <a:pattFill prst="pct80">
              <a:fgClr>
                <a:schemeClr val="tx2">
                  <a:lumMod val="50000"/>
                  <a:lumOff val="5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34C744-8060-FDC0-8076-F1915557338C}"/>
                </a:ext>
              </a:extLst>
            </p:cNvPr>
            <p:cNvSpPr/>
            <p:nvPr/>
          </p:nvSpPr>
          <p:spPr>
            <a:xfrm>
              <a:off x="3140015" y="3229152"/>
              <a:ext cx="3611592" cy="1291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60C8AAE-B0E4-45CD-42C3-7710E9318BF7}"/>
                </a:ext>
              </a:extLst>
            </p:cNvPr>
            <p:cNvSpPr/>
            <p:nvPr/>
          </p:nvSpPr>
          <p:spPr>
            <a:xfrm>
              <a:off x="3203274" y="4024221"/>
              <a:ext cx="3513827" cy="110418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248145-2B6B-842A-3F4C-042BF2D841DC}"/>
              </a:ext>
            </a:extLst>
          </p:cNvPr>
          <p:cNvGrpSpPr/>
          <p:nvPr/>
        </p:nvGrpSpPr>
        <p:grpSpPr>
          <a:xfrm>
            <a:off x="7821283" y="2426898"/>
            <a:ext cx="1920813" cy="808169"/>
            <a:chOff x="3140015" y="3229152"/>
            <a:chExt cx="3611592" cy="268281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9C64EB8-7223-EFD7-B4F4-B4744C1A2627}"/>
                </a:ext>
              </a:extLst>
            </p:cNvPr>
            <p:cNvSpPr/>
            <p:nvPr/>
          </p:nvSpPr>
          <p:spPr>
            <a:xfrm>
              <a:off x="3203275" y="3240655"/>
              <a:ext cx="3513827" cy="2671314"/>
            </a:xfrm>
            <a:prstGeom prst="ellipse">
              <a:avLst/>
            </a:prstGeom>
            <a:pattFill prst="pct80">
              <a:fgClr>
                <a:schemeClr val="tx2">
                  <a:lumMod val="50000"/>
                  <a:lumOff val="5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E2FAD3C-6F5D-6140-44B9-B7589B915E2F}"/>
                </a:ext>
              </a:extLst>
            </p:cNvPr>
            <p:cNvSpPr/>
            <p:nvPr/>
          </p:nvSpPr>
          <p:spPr>
            <a:xfrm>
              <a:off x="3140015" y="3229152"/>
              <a:ext cx="3611592" cy="1291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3E3FD3-9E10-19A9-387D-FE9487D5BDF9}"/>
                </a:ext>
              </a:extLst>
            </p:cNvPr>
            <p:cNvSpPr/>
            <p:nvPr/>
          </p:nvSpPr>
          <p:spPr>
            <a:xfrm>
              <a:off x="3203274" y="4024221"/>
              <a:ext cx="3513827" cy="110418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3A59950-AC76-A022-42C8-A06192E4D124}"/>
              </a:ext>
            </a:extLst>
          </p:cNvPr>
          <p:cNvSpPr/>
          <p:nvPr/>
        </p:nvSpPr>
        <p:spPr>
          <a:xfrm rot="199898">
            <a:off x="2643635" y="2714412"/>
            <a:ext cx="2235914" cy="451731"/>
          </a:xfrm>
          <a:custGeom>
            <a:avLst/>
            <a:gdLst>
              <a:gd name="csX0" fmla="*/ 0 w 2225615"/>
              <a:gd name="csY0" fmla="*/ 756145 h 790651"/>
              <a:gd name="csX1" fmla="*/ 690114 w 2225615"/>
              <a:gd name="csY1" fmla="*/ 514605 h 790651"/>
              <a:gd name="csX2" fmla="*/ 908649 w 2225615"/>
              <a:gd name="csY2" fmla="*/ 140794 h 790651"/>
              <a:gd name="csX3" fmla="*/ 1374476 w 2225615"/>
              <a:gd name="csY3" fmla="*/ 8522 h 790651"/>
              <a:gd name="csX4" fmla="*/ 1725283 w 2225615"/>
              <a:gd name="csY4" fmla="*/ 48779 h 790651"/>
              <a:gd name="csX5" fmla="*/ 1811547 w 2225615"/>
              <a:gd name="csY5" fmla="*/ 336326 h 790651"/>
              <a:gd name="csX6" fmla="*/ 1863306 w 2225615"/>
              <a:gd name="csY6" fmla="*/ 635375 h 790651"/>
              <a:gd name="csX7" fmla="*/ 2225615 w 2225615"/>
              <a:gd name="csY7" fmla="*/ 790651 h 790651"/>
              <a:gd name="csX8" fmla="*/ 2225615 w 2225615"/>
              <a:gd name="csY8" fmla="*/ 790651 h 7906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25615" h="790651">
                <a:moveTo>
                  <a:pt x="0" y="756145"/>
                </a:moveTo>
                <a:cubicBezTo>
                  <a:pt x="269336" y="686654"/>
                  <a:pt x="538673" y="617163"/>
                  <a:pt x="690114" y="514605"/>
                </a:cubicBezTo>
                <a:cubicBezTo>
                  <a:pt x="841555" y="412047"/>
                  <a:pt x="794589" y="225141"/>
                  <a:pt x="908649" y="140794"/>
                </a:cubicBezTo>
                <a:cubicBezTo>
                  <a:pt x="1022709" y="56447"/>
                  <a:pt x="1238370" y="23858"/>
                  <a:pt x="1374476" y="8522"/>
                </a:cubicBezTo>
                <a:cubicBezTo>
                  <a:pt x="1510582" y="-6814"/>
                  <a:pt x="1652438" y="-5855"/>
                  <a:pt x="1725283" y="48779"/>
                </a:cubicBezTo>
                <a:cubicBezTo>
                  <a:pt x="1798128" y="103413"/>
                  <a:pt x="1788543" y="238560"/>
                  <a:pt x="1811547" y="336326"/>
                </a:cubicBezTo>
                <a:cubicBezTo>
                  <a:pt x="1834551" y="434092"/>
                  <a:pt x="1794295" y="559654"/>
                  <a:pt x="1863306" y="635375"/>
                </a:cubicBezTo>
                <a:cubicBezTo>
                  <a:pt x="1932317" y="711096"/>
                  <a:pt x="2225615" y="790651"/>
                  <a:pt x="2225615" y="790651"/>
                </a:cubicBezTo>
                <a:lnTo>
                  <a:pt x="2225615" y="790651"/>
                </a:lnTo>
              </a:path>
            </a:pathLst>
          </a:custGeom>
          <a:ln w="60325" cap="flat" cmpd="sng" algn="ctr">
            <a:solidFill>
              <a:srgbClr val="A6CAE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CAA804C-97AC-6927-DA10-8AB6CC985DF3}"/>
              </a:ext>
            </a:extLst>
          </p:cNvPr>
          <p:cNvSpPr/>
          <p:nvPr/>
        </p:nvSpPr>
        <p:spPr>
          <a:xfrm>
            <a:off x="255036" y="491867"/>
            <a:ext cx="11681927" cy="5486400"/>
          </a:xfrm>
          <a:custGeom>
            <a:avLst/>
            <a:gdLst>
              <a:gd name="csX0" fmla="*/ 9218645 w 11681927"/>
              <a:gd name="csY0" fmla="*/ 4466253 h 5486400"/>
              <a:gd name="csX1" fmla="*/ 8186057 w 11681927"/>
              <a:gd name="csY1" fmla="*/ 5088294 h 5486400"/>
              <a:gd name="csX2" fmla="*/ 5467739 w 11681927"/>
              <a:gd name="csY2" fmla="*/ 5455298 h 5486400"/>
              <a:gd name="csX3" fmla="*/ 3309257 w 11681927"/>
              <a:gd name="csY3" fmla="*/ 5486400 h 5486400"/>
              <a:gd name="csX4" fmla="*/ 1760376 w 11681927"/>
              <a:gd name="csY4" fmla="*/ 5162939 h 5486400"/>
              <a:gd name="csX5" fmla="*/ 435429 w 11681927"/>
              <a:gd name="csY5" fmla="*/ 4292081 h 5486400"/>
              <a:gd name="csX6" fmla="*/ 0 w 11681927"/>
              <a:gd name="csY6" fmla="*/ 2724539 h 5486400"/>
              <a:gd name="csX7" fmla="*/ 255037 w 11681927"/>
              <a:gd name="csY7" fmla="*/ 1038808 h 5486400"/>
              <a:gd name="csX8" fmla="*/ 1965649 w 11681927"/>
              <a:gd name="csY8" fmla="*/ 161730 h 5486400"/>
              <a:gd name="csX9" fmla="*/ 4155233 w 11681927"/>
              <a:gd name="csY9" fmla="*/ 335902 h 5486400"/>
              <a:gd name="csX10" fmla="*/ 5374433 w 11681927"/>
              <a:gd name="csY10" fmla="*/ 970383 h 5486400"/>
              <a:gd name="csX11" fmla="*/ 7302759 w 11681927"/>
              <a:gd name="csY11" fmla="*/ 964163 h 5486400"/>
              <a:gd name="csX12" fmla="*/ 8957388 w 11681927"/>
              <a:gd name="csY12" fmla="*/ 180392 h 5486400"/>
              <a:gd name="csX13" fmla="*/ 10879494 w 11681927"/>
              <a:gd name="csY13" fmla="*/ 0 h 5486400"/>
              <a:gd name="csX14" fmla="*/ 11426890 w 11681927"/>
              <a:gd name="csY14" fmla="*/ 167951 h 5486400"/>
              <a:gd name="csX15" fmla="*/ 11669486 w 11681927"/>
              <a:gd name="csY15" fmla="*/ 522514 h 5486400"/>
              <a:gd name="csX16" fmla="*/ 11681927 w 11681927"/>
              <a:gd name="csY16" fmla="*/ 1113453 h 5486400"/>
              <a:gd name="csX17" fmla="*/ 11501535 w 11681927"/>
              <a:gd name="csY17" fmla="*/ 1828800 h 5486400"/>
              <a:gd name="csX18" fmla="*/ 11090988 w 11681927"/>
              <a:gd name="csY18" fmla="*/ 2369975 h 5486400"/>
              <a:gd name="csX19" fmla="*/ 10014857 w 11681927"/>
              <a:gd name="csY19" fmla="*/ 2954694 h 5486400"/>
              <a:gd name="csX20" fmla="*/ 9075576 w 11681927"/>
              <a:gd name="csY20" fmla="*/ 3495869 h 5486400"/>
              <a:gd name="csX21" fmla="*/ 8938727 w 11681927"/>
              <a:gd name="csY21" fmla="*/ 3813110 h 5486400"/>
              <a:gd name="csX22" fmla="*/ 9218645 w 11681927"/>
              <a:gd name="csY22" fmla="*/ 4466253 h 5486400"/>
              <a:gd name="csX0" fmla="*/ 9218645 w 11681927"/>
              <a:gd name="csY0" fmla="*/ 4466253 h 5486400"/>
              <a:gd name="csX1" fmla="*/ 8186057 w 11681927"/>
              <a:gd name="csY1" fmla="*/ 5088294 h 5486400"/>
              <a:gd name="csX2" fmla="*/ 5467739 w 11681927"/>
              <a:gd name="csY2" fmla="*/ 5455298 h 5486400"/>
              <a:gd name="csX3" fmla="*/ 3309257 w 11681927"/>
              <a:gd name="csY3" fmla="*/ 5486400 h 5486400"/>
              <a:gd name="csX4" fmla="*/ 1760376 w 11681927"/>
              <a:gd name="csY4" fmla="*/ 5162939 h 5486400"/>
              <a:gd name="csX5" fmla="*/ 435429 w 11681927"/>
              <a:gd name="csY5" fmla="*/ 4292081 h 5486400"/>
              <a:gd name="csX6" fmla="*/ 0 w 11681927"/>
              <a:gd name="csY6" fmla="*/ 2724539 h 5486400"/>
              <a:gd name="csX7" fmla="*/ 331237 w 11681927"/>
              <a:gd name="csY7" fmla="*/ 1099768 h 5486400"/>
              <a:gd name="csX8" fmla="*/ 1965649 w 11681927"/>
              <a:gd name="csY8" fmla="*/ 161730 h 5486400"/>
              <a:gd name="csX9" fmla="*/ 4155233 w 11681927"/>
              <a:gd name="csY9" fmla="*/ 335902 h 5486400"/>
              <a:gd name="csX10" fmla="*/ 5374433 w 11681927"/>
              <a:gd name="csY10" fmla="*/ 970383 h 5486400"/>
              <a:gd name="csX11" fmla="*/ 7302759 w 11681927"/>
              <a:gd name="csY11" fmla="*/ 964163 h 5486400"/>
              <a:gd name="csX12" fmla="*/ 8957388 w 11681927"/>
              <a:gd name="csY12" fmla="*/ 180392 h 5486400"/>
              <a:gd name="csX13" fmla="*/ 10879494 w 11681927"/>
              <a:gd name="csY13" fmla="*/ 0 h 5486400"/>
              <a:gd name="csX14" fmla="*/ 11426890 w 11681927"/>
              <a:gd name="csY14" fmla="*/ 167951 h 5486400"/>
              <a:gd name="csX15" fmla="*/ 11669486 w 11681927"/>
              <a:gd name="csY15" fmla="*/ 522514 h 5486400"/>
              <a:gd name="csX16" fmla="*/ 11681927 w 11681927"/>
              <a:gd name="csY16" fmla="*/ 1113453 h 5486400"/>
              <a:gd name="csX17" fmla="*/ 11501535 w 11681927"/>
              <a:gd name="csY17" fmla="*/ 1828800 h 5486400"/>
              <a:gd name="csX18" fmla="*/ 11090988 w 11681927"/>
              <a:gd name="csY18" fmla="*/ 2369975 h 5486400"/>
              <a:gd name="csX19" fmla="*/ 10014857 w 11681927"/>
              <a:gd name="csY19" fmla="*/ 2954694 h 5486400"/>
              <a:gd name="csX20" fmla="*/ 9075576 w 11681927"/>
              <a:gd name="csY20" fmla="*/ 3495869 h 5486400"/>
              <a:gd name="csX21" fmla="*/ 8938727 w 11681927"/>
              <a:gd name="csY21" fmla="*/ 3813110 h 5486400"/>
              <a:gd name="csX22" fmla="*/ 9218645 w 11681927"/>
              <a:gd name="csY22" fmla="*/ 4466253 h 5486400"/>
              <a:gd name="csX0" fmla="*/ 9218645 w 11681927"/>
              <a:gd name="csY0" fmla="*/ 4466253 h 5486400"/>
              <a:gd name="csX1" fmla="*/ 8186057 w 11681927"/>
              <a:gd name="csY1" fmla="*/ 5088294 h 5486400"/>
              <a:gd name="csX2" fmla="*/ 5467739 w 11681927"/>
              <a:gd name="csY2" fmla="*/ 5455298 h 5486400"/>
              <a:gd name="csX3" fmla="*/ 3309257 w 11681927"/>
              <a:gd name="csY3" fmla="*/ 5486400 h 5486400"/>
              <a:gd name="csX4" fmla="*/ 1760376 w 11681927"/>
              <a:gd name="csY4" fmla="*/ 5162939 h 5486400"/>
              <a:gd name="csX5" fmla="*/ 435429 w 11681927"/>
              <a:gd name="csY5" fmla="*/ 4292081 h 5486400"/>
              <a:gd name="csX6" fmla="*/ 0 w 11681927"/>
              <a:gd name="csY6" fmla="*/ 2724539 h 5486400"/>
              <a:gd name="csX7" fmla="*/ 460777 w 11681927"/>
              <a:gd name="csY7" fmla="*/ 1191208 h 5486400"/>
              <a:gd name="csX8" fmla="*/ 1965649 w 11681927"/>
              <a:gd name="csY8" fmla="*/ 161730 h 5486400"/>
              <a:gd name="csX9" fmla="*/ 4155233 w 11681927"/>
              <a:gd name="csY9" fmla="*/ 335902 h 5486400"/>
              <a:gd name="csX10" fmla="*/ 5374433 w 11681927"/>
              <a:gd name="csY10" fmla="*/ 970383 h 5486400"/>
              <a:gd name="csX11" fmla="*/ 7302759 w 11681927"/>
              <a:gd name="csY11" fmla="*/ 964163 h 5486400"/>
              <a:gd name="csX12" fmla="*/ 8957388 w 11681927"/>
              <a:gd name="csY12" fmla="*/ 180392 h 5486400"/>
              <a:gd name="csX13" fmla="*/ 10879494 w 11681927"/>
              <a:gd name="csY13" fmla="*/ 0 h 5486400"/>
              <a:gd name="csX14" fmla="*/ 11426890 w 11681927"/>
              <a:gd name="csY14" fmla="*/ 167951 h 5486400"/>
              <a:gd name="csX15" fmla="*/ 11669486 w 11681927"/>
              <a:gd name="csY15" fmla="*/ 522514 h 5486400"/>
              <a:gd name="csX16" fmla="*/ 11681927 w 11681927"/>
              <a:gd name="csY16" fmla="*/ 1113453 h 5486400"/>
              <a:gd name="csX17" fmla="*/ 11501535 w 11681927"/>
              <a:gd name="csY17" fmla="*/ 1828800 h 5486400"/>
              <a:gd name="csX18" fmla="*/ 11090988 w 11681927"/>
              <a:gd name="csY18" fmla="*/ 2369975 h 5486400"/>
              <a:gd name="csX19" fmla="*/ 10014857 w 11681927"/>
              <a:gd name="csY19" fmla="*/ 2954694 h 5486400"/>
              <a:gd name="csX20" fmla="*/ 9075576 w 11681927"/>
              <a:gd name="csY20" fmla="*/ 3495869 h 5486400"/>
              <a:gd name="csX21" fmla="*/ 8938727 w 11681927"/>
              <a:gd name="csY21" fmla="*/ 3813110 h 5486400"/>
              <a:gd name="csX22" fmla="*/ 9218645 w 11681927"/>
              <a:gd name="csY22" fmla="*/ 4466253 h 5486400"/>
              <a:gd name="csX0" fmla="*/ 9218645 w 11681927"/>
              <a:gd name="csY0" fmla="*/ 4466253 h 5486400"/>
              <a:gd name="csX1" fmla="*/ 8186057 w 11681927"/>
              <a:gd name="csY1" fmla="*/ 5088294 h 5486400"/>
              <a:gd name="csX2" fmla="*/ 5467739 w 11681927"/>
              <a:gd name="csY2" fmla="*/ 5455298 h 5486400"/>
              <a:gd name="csX3" fmla="*/ 3309257 w 11681927"/>
              <a:gd name="csY3" fmla="*/ 5486400 h 5486400"/>
              <a:gd name="csX4" fmla="*/ 1760376 w 11681927"/>
              <a:gd name="csY4" fmla="*/ 5162939 h 5486400"/>
              <a:gd name="csX5" fmla="*/ 435429 w 11681927"/>
              <a:gd name="csY5" fmla="*/ 4292081 h 5486400"/>
              <a:gd name="csX6" fmla="*/ 0 w 11681927"/>
              <a:gd name="csY6" fmla="*/ 2724539 h 5486400"/>
              <a:gd name="csX7" fmla="*/ 460777 w 11681927"/>
              <a:gd name="csY7" fmla="*/ 1191208 h 5486400"/>
              <a:gd name="csX8" fmla="*/ 1965649 w 11681927"/>
              <a:gd name="csY8" fmla="*/ 161730 h 5486400"/>
              <a:gd name="csX9" fmla="*/ 4155233 w 11681927"/>
              <a:gd name="csY9" fmla="*/ 335902 h 5486400"/>
              <a:gd name="csX10" fmla="*/ 5374433 w 11681927"/>
              <a:gd name="csY10" fmla="*/ 970383 h 5486400"/>
              <a:gd name="csX11" fmla="*/ 7302759 w 11681927"/>
              <a:gd name="csY11" fmla="*/ 964163 h 5486400"/>
              <a:gd name="csX12" fmla="*/ 8957388 w 11681927"/>
              <a:gd name="csY12" fmla="*/ 180392 h 5486400"/>
              <a:gd name="csX13" fmla="*/ 10879494 w 11681927"/>
              <a:gd name="csY13" fmla="*/ 0 h 5486400"/>
              <a:gd name="csX14" fmla="*/ 11426890 w 11681927"/>
              <a:gd name="csY14" fmla="*/ 167951 h 5486400"/>
              <a:gd name="csX15" fmla="*/ 11669486 w 11681927"/>
              <a:gd name="csY15" fmla="*/ 522514 h 5486400"/>
              <a:gd name="csX16" fmla="*/ 11681927 w 11681927"/>
              <a:gd name="csY16" fmla="*/ 1113453 h 5486400"/>
              <a:gd name="csX17" fmla="*/ 11501535 w 11681927"/>
              <a:gd name="csY17" fmla="*/ 1828800 h 5486400"/>
              <a:gd name="csX18" fmla="*/ 11090988 w 11681927"/>
              <a:gd name="csY18" fmla="*/ 2369975 h 5486400"/>
              <a:gd name="csX19" fmla="*/ 10014857 w 11681927"/>
              <a:gd name="csY19" fmla="*/ 2954694 h 5486400"/>
              <a:gd name="csX20" fmla="*/ 9075576 w 11681927"/>
              <a:gd name="csY20" fmla="*/ 3495869 h 5486400"/>
              <a:gd name="csX21" fmla="*/ 8938727 w 11681927"/>
              <a:gd name="csY21" fmla="*/ 3813110 h 5486400"/>
              <a:gd name="csX22" fmla="*/ 9218645 w 11681927"/>
              <a:gd name="csY22" fmla="*/ 4466253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1681927" h="5486400">
                <a:moveTo>
                  <a:pt x="9218645" y="4466253"/>
                </a:moveTo>
                <a:lnTo>
                  <a:pt x="8186057" y="5088294"/>
                </a:lnTo>
                <a:lnTo>
                  <a:pt x="5467739" y="5455298"/>
                </a:lnTo>
                <a:lnTo>
                  <a:pt x="3309257" y="5486400"/>
                </a:lnTo>
                <a:lnTo>
                  <a:pt x="1760376" y="5162939"/>
                </a:lnTo>
                <a:lnTo>
                  <a:pt x="435429" y="4292081"/>
                </a:lnTo>
                <a:lnTo>
                  <a:pt x="0" y="2724539"/>
                </a:lnTo>
                <a:lnTo>
                  <a:pt x="460777" y="1191208"/>
                </a:lnTo>
                <a:cubicBezTo>
                  <a:pt x="985261" y="672789"/>
                  <a:pt x="1464025" y="504889"/>
                  <a:pt x="1965649" y="161730"/>
                </a:cubicBezTo>
                <a:lnTo>
                  <a:pt x="4155233" y="335902"/>
                </a:lnTo>
                <a:lnTo>
                  <a:pt x="5374433" y="970383"/>
                </a:lnTo>
                <a:lnTo>
                  <a:pt x="7302759" y="964163"/>
                </a:lnTo>
                <a:lnTo>
                  <a:pt x="8957388" y="180392"/>
                </a:lnTo>
                <a:lnTo>
                  <a:pt x="10879494" y="0"/>
                </a:lnTo>
                <a:lnTo>
                  <a:pt x="11426890" y="167951"/>
                </a:lnTo>
                <a:lnTo>
                  <a:pt x="11669486" y="522514"/>
                </a:lnTo>
                <a:lnTo>
                  <a:pt x="11681927" y="1113453"/>
                </a:lnTo>
                <a:lnTo>
                  <a:pt x="11501535" y="1828800"/>
                </a:lnTo>
                <a:lnTo>
                  <a:pt x="11090988" y="2369975"/>
                </a:lnTo>
                <a:lnTo>
                  <a:pt x="10014857" y="2954694"/>
                </a:lnTo>
                <a:lnTo>
                  <a:pt x="9075576" y="3495869"/>
                </a:lnTo>
                <a:lnTo>
                  <a:pt x="8938727" y="3813110"/>
                </a:lnTo>
                <a:lnTo>
                  <a:pt x="9218645" y="4466253"/>
                </a:lnTo>
                <a:close/>
              </a:path>
            </a:pathLst>
          </a:custGeom>
          <a:solidFill>
            <a:srgbClr val="009900">
              <a:alpha val="13000"/>
            </a:srgbClr>
          </a:solidFill>
          <a:effectLst>
            <a:softEdge rad="355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5C5588D0-2E7E-D291-0D5B-DE677AFB30E4}"/>
              </a:ext>
            </a:extLst>
          </p:cNvPr>
          <p:cNvSpPr/>
          <p:nvPr/>
        </p:nvSpPr>
        <p:spPr>
          <a:xfrm>
            <a:off x="2161607" y="3269012"/>
            <a:ext cx="1709353" cy="9144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C9DD025F-EEFC-7A72-A439-F0B5537794F1}"/>
              </a:ext>
            </a:extLst>
          </p:cNvPr>
          <p:cNvSpPr/>
          <p:nvPr/>
        </p:nvSpPr>
        <p:spPr>
          <a:xfrm rot="524712" flipH="1">
            <a:off x="7038038" y="2858776"/>
            <a:ext cx="1474592" cy="1656825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8FED706B-7FDB-FA03-D956-11B38A340CB2}"/>
              </a:ext>
            </a:extLst>
          </p:cNvPr>
          <p:cNvSpPr/>
          <p:nvPr/>
        </p:nvSpPr>
        <p:spPr>
          <a:xfrm flipH="1">
            <a:off x="9660132" y="1799919"/>
            <a:ext cx="1327908" cy="1941501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865C0E43-36BB-7C7F-AF2B-8D224445DFBC}"/>
              </a:ext>
            </a:extLst>
          </p:cNvPr>
          <p:cNvSpPr/>
          <p:nvPr/>
        </p:nvSpPr>
        <p:spPr>
          <a:xfrm>
            <a:off x="10706100" y="1784680"/>
            <a:ext cx="952500" cy="226484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34055261-88A8-27C1-791C-39E25A70375F}"/>
              </a:ext>
            </a:extLst>
          </p:cNvPr>
          <p:cNvSpPr/>
          <p:nvPr/>
        </p:nvSpPr>
        <p:spPr>
          <a:xfrm>
            <a:off x="-256981" y="3128386"/>
            <a:ext cx="1655841" cy="536865"/>
          </a:xfrm>
          <a:prstGeom prst="arc">
            <a:avLst>
              <a:gd name="adj1" fmla="val 17534000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EE93F55-1A1D-51D8-BB4A-5356EFB7B704}"/>
              </a:ext>
            </a:extLst>
          </p:cNvPr>
          <p:cNvSpPr/>
          <p:nvPr/>
        </p:nvSpPr>
        <p:spPr>
          <a:xfrm flipV="1">
            <a:off x="9841668" y="1664883"/>
            <a:ext cx="336804" cy="214960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689FEB7-C613-EE96-7C03-4765BB0BA59E}"/>
              </a:ext>
            </a:extLst>
          </p:cNvPr>
          <p:cNvSpPr/>
          <p:nvPr/>
        </p:nvSpPr>
        <p:spPr>
          <a:xfrm flipV="1">
            <a:off x="867156" y="2940170"/>
            <a:ext cx="336804" cy="214960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0A8FFB7-9680-535A-CA24-D92BC984DA32}"/>
              </a:ext>
            </a:extLst>
          </p:cNvPr>
          <p:cNvSpPr/>
          <p:nvPr/>
        </p:nvSpPr>
        <p:spPr>
          <a:xfrm flipV="1">
            <a:off x="7234102" y="2714412"/>
            <a:ext cx="336804" cy="214960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F1D21C3-F849-31E1-C26E-F2A382529C63}"/>
              </a:ext>
            </a:extLst>
          </p:cNvPr>
          <p:cNvSpPr/>
          <p:nvPr/>
        </p:nvSpPr>
        <p:spPr>
          <a:xfrm flipV="1">
            <a:off x="3394735" y="3160969"/>
            <a:ext cx="336804" cy="214960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F7512CC-9BC6-B781-96D9-C57B3484E366}"/>
              </a:ext>
            </a:extLst>
          </p:cNvPr>
          <p:cNvSpPr/>
          <p:nvPr/>
        </p:nvSpPr>
        <p:spPr>
          <a:xfrm flipV="1">
            <a:off x="11240820" y="1557403"/>
            <a:ext cx="336804" cy="214960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338D813-5CC3-7F0A-F624-49A9FAC4B7BA}"/>
              </a:ext>
            </a:extLst>
          </p:cNvPr>
          <p:cNvSpPr/>
          <p:nvPr/>
        </p:nvSpPr>
        <p:spPr>
          <a:xfrm>
            <a:off x="2819400" y="3779520"/>
            <a:ext cx="1036320" cy="533354"/>
          </a:xfrm>
          <a:custGeom>
            <a:avLst/>
            <a:gdLst>
              <a:gd name="csX0" fmla="*/ 0 w 1036320"/>
              <a:gd name="csY0" fmla="*/ 0 h 533354"/>
              <a:gd name="csX1" fmla="*/ 358140 w 1036320"/>
              <a:gd name="csY1" fmla="*/ 502920 h 533354"/>
              <a:gd name="csX2" fmla="*/ 1036320 w 1036320"/>
              <a:gd name="csY2" fmla="*/ 434340 h 5333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6320" h="533354">
                <a:moveTo>
                  <a:pt x="0" y="0"/>
                </a:moveTo>
                <a:cubicBezTo>
                  <a:pt x="92710" y="215265"/>
                  <a:pt x="185420" y="430530"/>
                  <a:pt x="358140" y="502920"/>
                </a:cubicBezTo>
                <a:cubicBezTo>
                  <a:pt x="530860" y="575310"/>
                  <a:pt x="783590" y="504825"/>
                  <a:pt x="1036320" y="434340"/>
                </a:cubicBezTo>
              </a:path>
            </a:pathLst>
          </a:custGeom>
          <a:noFill/>
          <a:ln w="107950">
            <a:solidFill>
              <a:srgbClr val="4496BD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5109D7E-77F5-3A8C-0374-457DCBF79CFF}"/>
              </a:ext>
            </a:extLst>
          </p:cNvPr>
          <p:cNvSpPr/>
          <p:nvPr/>
        </p:nvSpPr>
        <p:spPr>
          <a:xfrm rot="352959" flipH="1">
            <a:off x="7018931" y="3055365"/>
            <a:ext cx="1018205" cy="1372109"/>
          </a:xfrm>
          <a:custGeom>
            <a:avLst/>
            <a:gdLst>
              <a:gd name="csX0" fmla="*/ 0 w 1036320"/>
              <a:gd name="csY0" fmla="*/ 0 h 533354"/>
              <a:gd name="csX1" fmla="*/ 358140 w 1036320"/>
              <a:gd name="csY1" fmla="*/ 502920 h 533354"/>
              <a:gd name="csX2" fmla="*/ 1036320 w 1036320"/>
              <a:gd name="csY2" fmla="*/ 434340 h 5333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6320" h="533354">
                <a:moveTo>
                  <a:pt x="0" y="0"/>
                </a:moveTo>
                <a:cubicBezTo>
                  <a:pt x="92710" y="215265"/>
                  <a:pt x="185420" y="430530"/>
                  <a:pt x="358140" y="502920"/>
                </a:cubicBezTo>
                <a:cubicBezTo>
                  <a:pt x="530860" y="575310"/>
                  <a:pt x="783590" y="504825"/>
                  <a:pt x="1036320" y="434340"/>
                </a:cubicBezTo>
              </a:path>
            </a:pathLst>
          </a:custGeom>
          <a:noFill/>
          <a:ln w="107950">
            <a:solidFill>
              <a:srgbClr val="4496BD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E579269-1CBA-12F2-395E-4C391B6D05D2}"/>
              </a:ext>
            </a:extLst>
          </p:cNvPr>
          <p:cNvSpPr/>
          <p:nvPr/>
        </p:nvSpPr>
        <p:spPr>
          <a:xfrm>
            <a:off x="7051527" y="3644634"/>
            <a:ext cx="2229633" cy="773358"/>
          </a:xfrm>
          <a:custGeom>
            <a:avLst/>
            <a:gdLst>
              <a:gd name="csX0" fmla="*/ 0 w 2978989"/>
              <a:gd name="csY0" fmla="*/ 0 h 1394643"/>
              <a:gd name="csX1" fmla="*/ 362310 w 2978989"/>
              <a:gd name="csY1" fmla="*/ 172528 h 1394643"/>
              <a:gd name="csX2" fmla="*/ 442823 w 2978989"/>
              <a:gd name="csY2" fmla="*/ 690113 h 1394643"/>
              <a:gd name="csX3" fmla="*/ 1345721 w 2978989"/>
              <a:gd name="csY3" fmla="*/ 747622 h 1394643"/>
              <a:gd name="csX4" fmla="*/ 2145102 w 2978989"/>
              <a:gd name="csY4" fmla="*/ 1328468 h 1394643"/>
              <a:gd name="csX5" fmla="*/ 2978989 w 2978989"/>
              <a:gd name="csY5" fmla="*/ 1357222 h 1394643"/>
              <a:gd name="csX0" fmla="*/ 0 w 2978989"/>
              <a:gd name="csY0" fmla="*/ 0 h 1394643"/>
              <a:gd name="csX1" fmla="*/ 849990 w 2978989"/>
              <a:gd name="csY1" fmla="*/ 180148 h 1394643"/>
              <a:gd name="csX2" fmla="*/ 442823 w 2978989"/>
              <a:gd name="csY2" fmla="*/ 690113 h 1394643"/>
              <a:gd name="csX3" fmla="*/ 1345721 w 2978989"/>
              <a:gd name="csY3" fmla="*/ 747622 h 1394643"/>
              <a:gd name="csX4" fmla="*/ 2145102 w 2978989"/>
              <a:gd name="csY4" fmla="*/ 1328468 h 1394643"/>
              <a:gd name="csX5" fmla="*/ 2978989 w 2978989"/>
              <a:gd name="csY5" fmla="*/ 1357222 h 1394643"/>
              <a:gd name="csX0" fmla="*/ 0 w 2978989"/>
              <a:gd name="csY0" fmla="*/ 0 h 1394643"/>
              <a:gd name="csX1" fmla="*/ 849990 w 2978989"/>
              <a:gd name="csY1" fmla="*/ 180148 h 1394643"/>
              <a:gd name="csX2" fmla="*/ 701903 w 2978989"/>
              <a:gd name="csY2" fmla="*/ 644393 h 1394643"/>
              <a:gd name="csX3" fmla="*/ 1345721 w 2978989"/>
              <a:gd name="csY3" fmla="*/ 747622 h 1394643"/>
              <a:gd name="csX4" fmla="*/ 2145102 w 2978989"/>
              <a:gd name="csY4" fmla="*/ 1328468 h 1394643"/>
              <a:gd name="csX5" fmla="*/ 2978989 w 2978989"/>
              <a:gd name="csY5" fmla="*/ 1357222 h 1394643"/>
              <a:gd name="csX0" fmla="*/ 0 w 2978989"/>
              <a:gd name="csY0" fmla="*/ 0 h 1394643"/>
              <a:gd name="csX1" fmla="*/ 849990 w 2978989"/>
              <a:gd name="csY1" fmla="*/ 180148 h 1394643"/>
              <a:gd name="csX2" fmla="*/ 701903 w 2978989"/>
              <a:gd name="csY2" fmla="*/ 644393 h 1394643"/>
              <a:gd name="csX3" fmla="*/ 1338101 w 2978989"/>
              <a:gd name="csY3" fmla="*/ 755242 h 1394643"/>
              <a:gd name="csX4" fmla="*/ 2145102 w 2978989"/>
              <a:gd name="csY4" fmla="*/ 1328468 h 1394643"/>
              <a:gd name="csX5" fmla="*/ 2978989 w 2978989"/>
              <a:gd name="csY5" fmla="*/ 1357222 h 1394643"/>
              <a:gd name="csX0" fmla="*/ 0 w 2978989"/>
              <a:gd name="csY0" fmla="*/ 0 h 1544926"/>
              <a:gd name="csX1" fmla="*/ 849990 w 2978989"/>
              <a:gd name="csY1" fmla="*/ 180148 h 1544926"/>
              <a:gd name="csX2" fmla="*/ 701903 w 2978989"/>
              <a:gd name="csY2" fmla="*/ 644393 h 1544926"/>
              <a:gd name="csX3" fmla="*/ 1338101 w 2978989"/>
              <a:gd name="csY3" fmla="*/ 755242 h 1544926"/>
              <a:gd name="csX4" fmla="*/ 1962222 w 2978989"/>
              <a:gd name="csY4" fmla="*/ 1518968 h 1544926"/>
              <a:gd name="csX5" fmla="*/ 2978989 w 2978989"/>
              <a:gd name="csY5" fmla="*/ 1357222 h 1544926"/>
              <a:gd name="csX0" fmla="*/ 0 w 2978989"/>
              <a:gd name="csY0" fmla="*/ 0 h 1544926"/>
              <a:gd name="csX1" fmla="*/ 849990 w 2978989"/>
              <a:gd name="csY1" fmla="*/ 180148 h 1544926"/>
              <a:gd name="csX2" fmla="*/ 701903 w 2978989"/>
              <a:gd name="csY2" fmla="*/ 644393 h 1544926"/>
              <a:gd name="csX3" fmla="*/ 1338101 w 2978989"/>
              <a:gd name="csY3" fmla="*/ 800962 h 1544926"/>
              <a:gd name="csX4" fmla="*/ 1962222 w 2978989"/>
              <a:gd name="csY4" fmla="*/ 1518968 h 1544926"/>
              <a:gd name="csX5" fmla="*/ 2978989 w 2978989"/>
              <a:gd name="csY5" fmla="*/ 1357222 h 1544926"/>
              <a:gd name="csX0" fmla="*/ 0 w 2978989"/>
              <a:gd name="csY0" fmla="*/ 0 h 1544926"/>
              <a:gd name="csX1" fmla="*/ 849990 w 2978989"/>
              <a:gd name="csY1" fmla="*/ 180148 h 1544926"/>
              <a:gd name="csX2" fmla="*/ 755243 w 2978989"/>
              <a:gd name="csY2" fmla="*/ 705353 h 1544926"/>
              <a:gd name="csX3" fmla="*/ 1338101 w 2978989"/>
              <a:gd name="csY3" fmla="*/ 800962 h 1544926"/>
              <a:gd name="csX4" fmla="*/ 1962222 w 2978989"/>
              <a:gd name="csY4" fmla="*/ 1518968 h 1544926"/>
              <a:gd name="csX5" fmla="*/ 2978989 w 2978989"/>
              <a:gd name="csY5" fmla="*/ 1357222 h 1544926"/>
              <a:gd name="csX0" fmla="*/ 0 w 2978989"/>
              <a:gd name="csY0" fmla="*/ 0 h 1637563"/>
              <a:gd name="csX1" fmla="*/ 849990 w 2978989"/>
              <a:gd name="csY1" fmla="*/ 180148 h 1637563"/>
              <a:gd name="csX2" fmla="*/ 755243 w 2978989"/>
              <a:gd name="csY2" fmla="*/ 705353 h 1637563"/>
              <a:gd name="csX3" fmla="*/ 1338101 w 2978989"/>
              <a:gd name="csY3" fmla="*/ 800962 h 1637563"/>
              <a:gd name="csX4" fmla="*/ 1832682 w 2978989"/>
              <a:gd name="csY4" fmla="*/ 1618028 h 1637563"/>
              <a:gd name="csX5" fmla="*/ 2978989 w 2978989"/>
              <a:gd name="csY5" fmla="*/ 1357222 h 1637563"/>
              <a:gd name="csX0" fmla="*/ 0 w 2978989"/>
              <a:gd name="csY0" fmla="*/ 0 h 1637563"/>
              <a:gd name="csX1" fmla="*/ 719362 w 2978989"/>
              <a:gd name="csY1" fmla="*/ 232400 h 1637563"/>
              <a:gd name="csX2" fmla="*/ 755243 w 2978989"/>
              <a:gd name="csY2" fmla="*/ 705353 h 1637563"/>
              <a:gd name="csX3" fmla="*/ 1338101 w 2978989"/>
              <a:gd name="csY3" fmla="*/ 800962 h 1637563"/>
              <a:gd name="csX4" fmla="*/ 1832682 w 2978989"/>
              <a:gd name="csY4" fmla="*/ 1618028 h 1637563"/>
              <a:gd name="csX5" fmla="*/ 2978989 w 2978989"/>
              <a:gd name="csY5" fmla="*/ 1357222 h 1637563"/>
              <a:gd name="csX0" fmla="*/ 0 w 2978989"/>
              <a:gd name="csY0" fmla="*/ 0 h 1637563"/>
              <a:gd name="csX1" fmla="*/ 719362 w 2978989"/>
              <a:gd name="csY1" fmla="*/ 232400 h 1637563"/>
              <a:gd name="csX2" fmla="*/ 996906 w 2978989"/>
              <a:gd name="csY2" fmla="*/ 751073 h 1637563"/>
              <a:gd name="csX3" fmla="*/ 1338101 w 2978989"/>
              <a:gd name="csY3" fmla="*/ 800962 h 1637563"/>
              <a:gd name="csX4" fmla="*/ 1832682 w 2978989"/>
              <a:gd name="csY4" fmla="*/ 1618028 h 1637563"/>
              <a:gd name="csX5" fmla="*/ 2978989 w 2978989"/>
              <a:gd name="csY5" fmla="*/ 1357222 h 1637563"/>
              <a:gd name="csX0" fmla="*/ 0 w 2978989"/>
              <a:gd name="csY0" fmla="*/ 0 h 1637563"/>
              <a:gd name="csX1" fmla="*/ 719362 w 2978989"/>
              <a:gd name="csY1" fmla="*/ 232400 h 1637563"/>
              <a:gd name="csX2" fmla="*/ 996906 w 2978989"/>
              <a:gd name="csY2" fmla="*/ 751073 h 1637563"/>
              <a:gd name="csX3" fmla="*/ 1436072 w 2978989"/>
              <a:gd name="csY3" fmla="*/ 794430 h 1637563"/>
              <a:gd name="csX4" fmla="*/ 1832682 w 2978989"/>
              <a:gd name="csY4" fmla="*/ 1618028 h 1637563"/>
              <a:gd name="csX5" fmla="*/ 2978989 w 2978989"/>
              <a:gd name="csY5" fmla="*/ 1357222 h 1637563"/>
              <a:gd name="csX0" fmla="*/ 0 w 2978989"/>
              <a:gd name="csY0" fmla="*/ 0 h 1637563"/>
              <a:gd name="csX1" fmla="*/ 719362 w 2978989"/>
              <a:gd name="csY1" fmla="*/ 232400 h 1637563"/>
              <a:gd name="csX2" fmla="*/ 996906 w 2978989"/>
              <a:gd name="csY2" fmla="*/ 751073 h 1637563"/>
              <a:gd name="csX3" fmla="*/ 1436072 w 2978989"/>
              <a:gd name="csY3" fmla="*/ 794430 h 1637563"/>
              <a:gd name="csX4" fmla="*/ 1760837 w 2978989"/>
              <a:gd name="csY4" fmla="*/ 1618028 h 1637563"/>
              <a:gd name="csX5" fmla="*/ 2978989 w 2978989"/>
              <a:gd name="csY5" fmla="*/ 1357222 h 1637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978989" h="1637563">
                <a:moveTo>
                  <a:pt x="0" y="0"/>
                </a:moveTo>
                <a:cubicBezTo>
                  <a:pt x="144253" y="28754"/>
                  <a:pt x="553211" y="107221"/>
                  <a:pt x="719362" y="232400"/>
                </a:cubicBezTo>
                <a:cubicBezTo>
                  <a:pt x="885513" y="357579"/>
                  <a:pt x="877454" y="657401"/>
                  <a:pt x="996906" y="751073"/>
                </a:cubicBezTo>
                <a:cubicBezTo>
                  <a:pt x="1116358" y="844745"/>
                  <a:pt x="1308750" y="649938"/>
                  <a:pt x="1436072" y="794430"/>
                </a:cubicBezTo>
                <a:cubicBezTo>
                  <a:pt x="1563394" y="938922"/>
                  <a:pt x="1488626" y="1516428"/>
                  <a:pt x="1760837" y="1618028"/>
                </a:cubicBezTo>
                <a:cubicBezTo>
                  <a:pt x="2033048" y="1719628"/>
                  <a:pt x="2698151" y="1393645"/>
                  <a:pt x="2978989" y="1357222"/>
                </a:cubicBezTo>
              </a:path>
            </a:pathLst>
          </a:custGeom>
          <a:ln w="66675" cap="flat" cmpd="sng" algn="ctr">
            <a:solidFill>
              <a:srgbClr val="A6CAE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B5DFE5C-938B-A1FB-EB7E-D8533EA5D34E}"/>
              </a:ext>
            </a:extLst>
          </p:cNvPr>
          <p:cNvSpPr/>
          <p:nvPr/>
        </p:nvSpPr>
        <p:spPr>
          <a:xfrm flipH="1">
            <a:off x="9738250" y="2142059"/>
            <a:ext cx="621275" cy="507671"/>
          </a:xfrm>
          <a:custGeom>
            <a:avLst/>
            <a:gdLst>
              <a:gd name="csX0" fmla="*/ 0 w 1036320"/>
              <a:gd name="csY0" fmla="*/ 0 h 533354"/>
              <a:gd name="csX1" fmla="*/ 358140 w 1036320"/>
              <a:gd name="csY1" fmla="*/ 502920 h 533354"/>
              <a:gd name="csX2" fmla="*/ 1036320 w 1036320"/>
              <a:gd name="csY2" fmla="*/ 434340 h 533354"/>
              <a:gd name="csX0" fmla="*/ 0 w 1036320"/>
              <a:gd name="csY0" fmla="*/ 0 h 480309"/>
              <a:gd name="csX1" fmla="*/ 217252 w 1036320"/>
              <a:gd name="csY1" fmla="*/ 417867 h 480309"/>
              <a:gd name="csX2" fmla="*/ 1036320 w 1036320"/>
              <a:gd name="csY2" fmla="*/ 434340 h 480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6320" h="480309">
                <a:moveTo>
                  <a:pt x="0" y="0"/>
                </a:moveTo>
                <a:cubicBezTo>
                  <a:pt x="92710" y="215265"/>
                  <a:pt x="44532" y="345477"/>
                  <a:pt x="217252" y="417867"/>
                </a:cubicBezTo>
                <a:cubicBezTo>
                  <a:pt x="389972" y="490257"/>
                  <a:pt x="783590" y="504825"/>
                  <a:pt x="1036320" y="434340"/>
                </a:cubicBezTo>
              </a:path>
            </a:pathLst>
          </a:custGeom>
          <a:noFill/>
          <a:ln w="82550">
            <a:solidFill>
              <a:srgbClr val="4496BD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7E185FD-7D89-08C5-F820-E3AE15F8DA74}"/>
              </a:ext>
            </a:extLst>
          </p:cNvPr>
          <p:cNvSpPr/>
          <p:nvPr/>
        </p:nvSpPr>
        <p:spPr>
          <a:xfrm>
            <a:off x="11228908" y="1891042"/>
            <a:ext cx="453126" cy="132439"/>
          </a:xfrm>
          <a:custGeom>
            <a:avLst/>
            <a:gdLst>
              <a:gd name="csX0" fmla="*/ 0 w 1036320"/>
              <a:gd name="csY0" fmla="*/ 0 h 533354"/>
              <a:gd name="csX1" fmla="*/ 358140 w 1036320"/>
              <a:gd name="csY1" fmla="*/ 502920 h 533354"/>
              <a:gd name="csX2" fmla="*/ 1036320 w 1036320"/>
              <a:gd name="csY2" fmla="*/ 434340 h 533354"/>
              <a:gd name="csX0" fmla="*/ 0 w 1036320"/>
              <a:gd name="csY0" fmla="*/ 0 h 480309"/>
              <a:gd name="csX1" fmla="*/ 217252 w 1036320"/>
              <a:gd name="csY1" fmla="*/ 417867 h 480309"/>
              <a:gd name="csX2" fmla="*/ 1036320 w 1036320"/>
              <a:gd name="csY2" fmla="*/ 434340 h 480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6320" h="480309">
                <a:moveTo>
                  <a:pt x="0" y="0"/>
                </a:moveTo>
                <a:cubicBezTo>
                  <a:pt x="92710" y="215265"/>
                  <a:pt x="44532" y="345477"/>
                  <a:pt x="217252" y="417867"/>
                </a:cubicBezTo>
                <a:cubicBezTo>
                  <a:pt x="389972" y="490257"/>
                  <a:pt x="783590" y="504825"/>
                  <a:pt x="1036320" y="434340"/>
                </a:cubicBezTo>
              </a:path>
            </a:pathLst>
          </a:custGeom>
          <a:noFill/>
          <a:ln w="38100">
            <a:solidFill>
              <a:srgbClr val="4496BD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7BE4981-20E8-6BCE-F6FE-0296B8895243}"/>
              </a:ext>
            </a:extLst>
          </p:cNvPr>
          <p:cNvSpPr/>
          <p:nvPr/>
        </p:nvSpPr>
        <p:spPr>
          <a:xfrm>
            <a:off x="867156" y="3362780"/>
            <a:ext cx="453126" cy="132439"/>
          </a:xfrm>
          <a:custGeom>
            <a:avLst/>
            <a:gdLst>
              <a:gd name="csX0" fmla="*/ 0 w 1036320"/>
              <a:gd name="csY0" fmla="*/ 0 h 533354"/>
              <a:gd name="csX1" fmla="*/ 358140 w 1036320"/>
              <a:gd name="csY1" fmla="*/ 502920 h 533354"/>
              <a:gd name="csX2" fmla="*/ 1036320 w 1036320"/>
              <a:gd name="csY2" fmla="*/ 434340 h 533354"/>
              <a:gd name="csX0" fmla="*/ 0 w 1036320"/>
              <a:gd name="csY0" fmla="*/ 0 h 480309"/>
              <a:gd name="csX1" fmla="*/ 217252 w 1036320"/>
              <a:gd name="csY1" fmla="*/ 417867 h 480309"/>
              <a:gd name="csX2" fmla="*/ 1036320 w 1036320"/>
              <a:gd name="csY2" fmla="*/ 434340 h 480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6320" h="480309">
                <a:moveTo>
                  <a:pt x="0" y="0"/>
                </a:moveTo>
                <a:cubicBezTo>
                  <a:pt x="92710" y="215265"/>
                  <a:pt x="44532" y="345477"/>
                  <a:pt x="217252" y="417867"/>
                </a:cubicBezTo>
                <a:cubicBezTo>
                  <a:pt x="389972" y="490257"/>
                  <a:pt x="783590" y="504825"/>
                  <a:pt x="1036320" y="434340"/>
                </a:cubicBezTo>
              </a:path>
            </a:pathLst>
          </a:custGeom>
          <a:noFill/>
          <a:ln w="38100">
            <a:solidFill>
              <a:srgbClr val="4496BD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045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1_Office Theme</vt:lpstr>
      <vt:lpstr>Section 5 – Groundwater Macrophyte Figure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Wilkinson</dc:creator>
  <cp:lastModifiedBy>Grace Wilkinson</cp:lastModifiedBy>
  <cp:revision>1</cp:revision>
  <dcterms:created xsi:type="dcterms:W3CDTF">2026-04-11T14:40:34Z</dcterms:created>
  <dcterms:modified xsi:type="dcterms:W3CDTF">2026-04-11T14:40:37Z</dcterms:modified>
</cp:coreProperties>
</file>